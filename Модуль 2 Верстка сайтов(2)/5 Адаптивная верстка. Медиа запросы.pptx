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4" r:id="rId10"/>
    <p:sldId id="266" r:id="rId11"/>
    <p:sldId id="268" r:id="rId12"/>
    <p:sldId id="269" r:id="rId13"/>
    <p:sldId id="267" r:id="rId14"/>
    <p:sldId id="261" r:id="rId15"/>
    <p:sldId id="283" r:id="rId16"/>
    <p:sldId id="271" r:id="rId17"/>
    <p:sldId id="270" r:id="rId18"/>
    <p:sldId id="272" r:id="rId19"/>
    <p:sldId id="278" r:id="rId20"/>
    <p:sldId id="279" r:id="rId21"/>
    <p:sldId id="273" r:id="rId22"/>
    <p:sldId id="274" r:id="rId23"/>
    <p:sldId id="275" r:id="rId24"/>
    <p:sldId id="280" r:id="rId25"/>
    <p:sldId id="281" r:id="rId26"/>
    <p:sldId id="282" r:id="rId27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BED8-9BB9-4E64-826B-2DD9E622D8E3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76D92-33EB-4C9F-A696-1965937EAB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894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CCF8C-718C-4944-AB51-9E58294C76B3}" type="datetimeFigureOut">
              <a:rPr lang="ru-RU" smtClean="0"/>
              <a:t>17.08.2026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0A33F-56A0-4CD3-8B74-58E3CA62E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98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A0A33F-56A0-4CD3-8B74-58E3CA62EA2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6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03801-6C59-46AB-B8BF-13ABFB6AF426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71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F88B-7217-4FCE-BDEA-4140C37509F9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20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F8AC1-F1C4-4A56-BAE3-BA6D9950B1AB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3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F9753-7F6F-416F-8403-6D9CFC6D15F1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B943C-D7AA-4B40-AA1A-E2BF0EDBEC8C}" type="datetime1">
              <a:rPr lang="ru-RU" smtClean="0"/>
              <a:t>17.08.2026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91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C61B6-64EA-42A3-83B5-969DD1AED381}" type="datetime1">
              <a:rPr lang="ru-RU" smtClean="0"/>
              <a:t>17.08.2026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45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9FAEA-9C67-4F1B-8145-B166AB82DD54}" type="datetime1">
              <a:rPr lang="ru-RU" smtClean="0"/>
              <a:t>17.08.2026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73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5E68-355C-4610-AB92-0F2B5205E38F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56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39CF4-3FFC-4813-A87A-E76B54CE0B4E}" type="datetime1">
              <a:rPr lang="ru-RU" smtClean="0"/>
              <a:t>17.08.2026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77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AA881-A416-4836-9399-5B30559C5094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91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5FDD-7C2D-47F1-9018-E794C0A3D2A8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95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464E2-5AC0-4D5F-AD75-BB017928028D}" type="datetime1">
              <a:rPr lang="ru-RU" smtClean="0"/>
              <a:t>17.08.2026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B438F-304E-4E21-B3B2-A3005D19D9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85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Адаптивная верстка.</a:t>
            </a:r>
            <a:br>
              <a:rPr lang="ru-RU" b="1" dirty="0" smtClean="0"/>
            </a:br>
            <a:r>
              <a:rPr lang="ru-RU" b="1" dirty="0" smtClean="0"/>
              <a:t>Медиа-запросы. Контейнерные запросы.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dirty="0" err="1" smtClean="0"/>
              <a:t>Рамилевна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756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Определение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Адаптивной</a:t>
            </a:r>
            <a:r>
              <a:rPr lang="ru-RU" dirty="0"/>
              <a:t> называется такая </a:t>
            </a:r>
            <a:r>
              <a:rPr lang="ru-RU" b="1" dirty="0"/>
              <a:t>верстка</a:t>
            </a:r>
            <a:r>
              <a:rPr lang="ru-RU" dirty="0"/>
              <a:t>, при которой сайт корректно отображается на различных устройствах благодаря тому, что элементы динамически подстраиваются под различные разрешения экрана.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0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78" y="1555777"/>
            <a:ext cx="7927432" cy="4840496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69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246" y="1511928"/>
            <a:ext cx="5783508" cy="4902451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92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62" y="1539089"/>
            <a:ext cx="4006075" cy="4929612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50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Медиа-запросы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Медиа запросы (</a:t>
            </a:r>
            <a:r>
              <a:rPr lang="ru-RU" b="1" dirty="0" err="1"/>
              <a:t>media</a:t>
            </a:r>
            <a:r>
              <a:rPr lang="ru-RU" b="1" dirty="0"/>
              <a:t> </a:t>
            </a:r>
            <a:r>
              <a:rPr lang="ru-RU" b="1" dirty="0" err="1"/>
              <a:t>queries</a:t>
            </a:r>
            <a:r>
              <a:rPr lang="ru-RU" b="1" dirty="0"/>
              <a:t>) </a:t>
            </a:r>
            <a:r>
              <a:rPr lang="ru-RU" dirty="0"/>
              <a:t>- это правила CSS, которые позволяют управлять стилями элементов в зависимости от значений технических параметров устройств. 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Это </a:t>
            </a:r>
            <a:r>
              <a:rPr lang="ru-RU" dirty="0"/>
              <a:t>конструкции, которые позволяют определять </a:t>
            </a:r>
            <a:r>
              <a:rPr lang="ru-RU" b="1" dirty="0"/>
              <a:t>на основании некоторых условий какие стили необходимо использовать </a:t>
            </a:r>
            <a:r>
              <a:rPr lang="ru-RU" dirty="0"/>
              <a:t>на веб-странице, а какие нет.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62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Сервис </a:t>
            </a:r>
            <a:r>
              <a:rPr lang="en-US" b="1" dirty="0" smtClean="0"/>
              <a:t>Can I Use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88" y="1557766"/>
            <a:ext cx="10164024" cy="50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Viewport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Тег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meta</a:t>
            </a:r>
            <a:r>
              <a:rPr lang="en-US" dirty="0" smtClean="0"/>
              <a:t> </a:t>
            </a:r>
            <a:r>
              <a:rPr lang="ru-RU" dirty="0" smtClean="0"/>
              <a:t> позволяет обеспечить </a:t>
            </a:r>
            <a:r>
              <a:rPr lang="ru-RU" dirty="0"/>
              <a:t>корректное отображение дизайнов адаптивных сайтов на экранах устройств, имеющих высокую плотность пикселей.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&lt;meta name="viewport" content="width=device-width, initial-scale=1"&gt;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72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Синтаксис </a:t>
            </a:r>
            <a:r>
              <a:rPr lang="en-US" b="1" dirty="0" smtClean="0"/>
              <a:t>media queries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условие {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стили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h1{</a:t>
            </a:r>
          </a:p>
          <a:p>
            <a:pPr marL="457200" lvl="1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display:none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09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устройств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/>
              <a:t>all</a:t>
            </a:r>
            <a:r>
              <a:rPr lang="ru-RU" b="1" dirty="0" smtClean="0"/>
              <a:t> </a:t>
            </a:r>
            <a:r>
              <a:rPr lang="ru-RU" dirty="0" smtClean="0"/>
              <a:t>- все устройства (по умолчанию).</a:t>
            </a:r>
          </a:p>
          <a:p>
            <a:r>
              <a:rPr lang="ru-RU" b="1" dirty="0" err="1" smtClean="0"/>
              <a:t>print</a:t>
            </a:r>
            <a:r>
              <a:rPr lang="ru-RU" dirty="0" smtClean="0"/>
              <a:t> - принтеры и режим предварительного просмотра страницы перед печатью.</a:t>
            </a:r>
          </a:p>
          <a:p>
            <a:r>
              <a:rPr lang="ru-RU" b="1" dirty="0" err="1" smtClean="0"/>
              <a:t>screen</a:t>
            </a:r>
            <a:r>
              <a:rPr lang="ru-RU" dirty="0" smtClean="0"/>
              <a:t> - устройства с дисплеями.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21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 функции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 smtClean="0"/>
              <a:t>width</a:t>
            </a:r>
            <a:r>
              <a:rPr lang="ru-RU" dirty="0" smtClean="0"/>
              <a:t> - указывает требования к ширине области просмотра устройства (браузера).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320px) { /* Стили CSS ... */ }</a:t>
            </a:r>
          </a:p>
          <a:p>
            <a:r>
              <a:rPr lang="ru-RU" b="1" dirty="0" err="1" smtClean="0"/>
              <a:t>min-width</a:t>
            </a:r>
            <a:r>
              <a:rPr lang="ru-RU" b="1" dirty="0" smtClean="0"/>
              <a:t> </a:t>
            </a:r>
            <a:r>
              <a:rPr lang="ru-RU" dirty="0" smtClean="0"/>
              <a:t>- задаёт минимальную ширину области </a:t>
            </a:r>
            <a:r>
              <a:rPr lang="ru-RU" dirty="0" err="1" smtClean="0"/>
              <a:t>viewport</a:t>
            </a:r>
            <a:r>
              <a:rPr lang="ru-RU" dirty="0" smtClean="0"/>
              <a:t> в </a:t>
            </a:r>
            <a:r>
              <a:rPr lang="ru-RU" dirty="0" err="1" smtClean="0"/>
              <a:t>px</a:t>
            </a:r>
            <a:r>
              <a:rPr lang="ru-RU" dirty="0" smtClean="0"/>
              <a:t>, </a:t>
            </a:r>
            <a:r>
              <a:rPr lang="ru-RU" dirty="0" err="1" smtClean="0"/>
              <a:t>em</a:t>
            </a:r>
            <a:r>
              <a:rPr lang="ru-RU" dirty="0" smtClean="0"/>
              <a:t> или других единицах.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544px) { /* Стили CSS ... */ }</a:t>
            </a:r>
          </a:p>
          <a:p>
            <a:r>
              <a:rPr lang="ru-RU" b="1" dirty="0" err="1" smtClean="0"/>
              <a:t>max-width</a:t>
            </a:r>
            <a:r>
              <a:rPr lang="ru-RU" dirty="0" smtClean="0"/>
              <a:t> - указывает на то, какой должна быть максимальная рабочая область устройства (браузера).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max-width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1199px) { /* Стили CSS ... */ }</a:t>
            </a:r>
          </a:p>
          <a:p>
            <a:r>
              <a:rPr lang="ru-RU" b="1" dirty="0" err="1" smtClean="0"/>
              <a:t>height</a:t>
            </a:r>
            <a:r>
              <a:rPr lang="ru-RU" b="1" dirty="0" smtClean="0"/>
              <a:t>, </a:t>
            </a:r>
            <a:r>
              <a:rPr lang="ru-RU" b="1" dirty="0" err="1" smtClean="0"/>
              <a:t>min-height</a:t>
            </a:r>
            <a:r>
              <a:rPr lang="ru-RU" b="1" dirty="0" smtClean="0"/>
              <a:t> и </a:t>
            </a:r>
            <a:r>
              <a:rPr lang="ru-RU" b="1" dirty="0" err="1" smtClean="0"/>
              <a:t>max-height</a:t>
            </a:r>
            <a:r>
              <a:rPr lang="ru-RU" b="1" dirty="0" smtClean="0"/>
              <a:t> </a:t>
            </a:r>
            <a:r>
              <a:rPr lang="ru-RU" dirty="0" smtClean="0"/>
              <a:t>- задают требования аналогично вышеприведённым функциям, но в отношении высоты </a:t>
            </a:r>
            <a:r>
              <a:rPr lang="ru-RU" dirty="0" err="1" smtClean="0"/>
              <a:t>viewport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min-height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720px) { /* Стили CSS ... */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4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Медиа функции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502874"/>
            <a:ext cx="11103322" cy="4853475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cs typeface="Courier New" panose="02070309020205020404" pitchFamily="49" charset="0"/>
              </a:rPr>
              <a:t>orientation</a:t>
            </a:r>
            <a:r>
              <a:rPr lang="en-US" sz="2400" dirty="0" smtClean="0">
                <a:cs typeface="Courier New" panose="02070309020205020404" pitchFamily="49" charset="0"/>
              </a:rPr>
              <a:t> - </a:t>
            </a:r>
            <a:r>
              <a:rPr lang="ru-RU" sz="2400" dirty="0" smtClean="0">
                <a:cs typeface="Courier New" panose="02070309020205020404" pitchFamily="49" charset="0"/>
              </a:rPr>
              <a:t>функция, которая проверяет то, в каком режиме отображается страница.</a:t>
            </a:r>
          </a:p>
          <a:p>
            <a:pPr marL="0" indent="0">
              <a:buNone/>
            </a:pPr>
            <a:r>
              <a:rPr lang="en-US" sz="2400" dirty="0" smtClean="0">
                <a:cs typeface="Courier New" panose="02070309020205020404" pitchFamily="49" charset="0"/>
              </a:rPr>
              <a:t>landscape (</a:t>
            </a:r>
            <a:r>
              <a:rPr lang="ru-RU" sz="2400" dirty="0" smtClean="0">
                <a:cs typeface="Courier New" panose="02070309020205020404" pitchFamily="49" charset="0"/>
              </a:rPr>
              <a:t>альбомный) - это режим, в котором наоборот ширина </a:t>
            </a:r>
            <a:r>
              <a:rPr lang="en-US" sz="2400" dirty="0" smtClean="0">
                <a:cs typeface="Courier New" panose="02070309020205020404" pitchFamily="49" charset="0"/>
              </a:rPr>
              <a:t>viewport </a:t>
            </a:r>
            <a:r>
              <a:rPr lang="ru-RU" sz="2400" dirty="0" smtClean="0">
                <a:cs typeface="Courier New" panose="02070309020205020404" pitchFamily="49" charset="0"/>
              </a:rPr>
              <a:t>больше её высоты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media (orientation: landscape) {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#background-image { background: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(image1.png) no-repeat; 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dirty="0" smtClean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cs typeface="Courier New" panose="02070309020205020404" pitchFamily="49" charset="0"/>
              </a:rPr>
              <a:t>portrait (</a:t>
            </a:r>
            <a:r>
              <a:rPr lang="ru-RU" sz="2400" dirty="0" smtClean="0">
                <a:cs typeface="Courier New" panose="02070309020205020404" pitchFamily="49" charset="0"/>
              </a:rPr>
              <a:t>портретный) - это режим, в котором высота </a:t>
            </a:r>
            <a:r>
              <a:rPr lang="en-US" sz="2400" dirty="0" smtClean="0">
                <a:cs typeface="Courier New" panose="02070309020205020404" pitchFamily="49" charset="0"/>
              </a:rPr>
              <a:t>viewport </a:t>
            </a:r>
            <a:r>
              <a:rPr lang="ru-RU" sz="2400" dirty="0" smtClean="0">
                <a:cs typeface="Courier New" panose="02070309020205020404" pitchFamily="49" charset="0"/>
              </a:rPr>
              <a:t>больше ширины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media (orientation: portrait) { 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#background-image { background: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(image2.png) no-repeat; }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16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Логические операторы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908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err="1" smtClean="0"/>
              <a:t>and</a:t>
            </a:r>
            <a:r>
              <a:rPr lang="ru-RU" dirty="0" smtClean="0"/>
              <a:t> - требует обязательного выполнения всех указанных условий.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1200px)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landscape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  <a:p>
            <a:r>
              <a:rPr lang="ru-RU" b="1" dirty="0" smtClean="0"/>
              <a:t>, (запятая) </a:t>
            </a:r>
            <a:r>
              <a:rPr lang="ru-RU" dirty="0" smtClean="0"/>
              <a:t>- требует обязательного выполнения хотя бы одного из указанных условий в медиа запросе.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544px),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landscape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  <a:p>
            <a:r>
              <a:rPr lang="ru-RU" b="1" dirty="0" err="1" smtClean="0"/>
              <a:t>not</a:t>
            </a:r>
            <a:r>
              <a:rPr lang="ru-RU" dirty="0" smtClean="0"/>
              <a:t> - предназначен для отрицания указанного условия. Имеет по отношению к оператору </a:t>
            </a:r>
            <a:r>
              <a:rPr lang="ru-RU" dirty="0" err="1" smtClean="0"/>
              <a:t>and</a:t>
            </a:r>
            <a:r>
              <a:rPr lang="ru-RU" dirty="0" smtClean="0"/>
              <a:t> меньший приоритет, т.е. оператор </a:t>
            </a:r>
            <a:r>
              <a:rPr lang="ru-RU" dirty="0" err="1" smtClean="0"/>
              <a:t>not</a:t>
            </a:r>
            <a:r>
              <a:rPr lang="ru-RU" dirty="0" smtClean="0"/>
              <a:t> всегда выполняется после </a:t>
            </a:r>
            <a:r>
              <a:rPr lang="ru-RU" dirty="0" err="1" smtClean="0"/>
              <a:t>and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media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orientation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portrait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 (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min-width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992px) 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/* Стили CSS ... */ }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38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Контрольные точки – </a:t>
            </a:r>
            <a:r>
              <a:rPr lang="en-US" b="1" dirty="0" smtClean="0"/>
              <a:t>break </a:t>
            </a:r>
            <a:r>
              <a:rPr lang="en-US" b="1" dirty="0" smtClean="0"/>
              <a:t>point (Bootstrap)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14</a:t>
            </a:fld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5" y="1395348"/>
            <a:ext cx="8913385" cy="4961002"/>
          </a:xfrm>
        </p:spPr>
      </p:pic>
    </p:spTree>
    <p:extLst>
      <p:ext uri="{BB962C8B-B14F-4D97-AF65-F5344CB8AC3E}">
        <p14:creationId xmlns:p14="http://schemas.microsoft.com/office/powerpoint/2010/main" val="3796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Контрольные точки – </a:t>
            </a:r>
            <a:r>
              <a:rPr lang="en-US" b="1" dirty="0" smtClean="0"/>
              <a:t>break </a:t>
            </a:r>
            <a:r>
              <a:rPr lang="en-US" b="1" dirty="0" smtClean="0"/>
              <a:t>point (Tailwind)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15</a:t>
            </a:fld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781" y="1825625"/>
            <a:ext cx="8772437" cy="4351338"/>
          </a:xfrm>
        </p:spPr>
      </p:pic>
    </p:spTree>
    <p:extLst>
      <p:ext uri="{BB962C8B-B14F-4D97-AF65-F5344CB8AC3E}">
        <p14:creationId xmlns:p14="http://schemas.microsoft.com/office/powerpoint/2010/main" val="340063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Подходы к адаптивной вёрстки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Mobile first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Desktop first</a:t>
            </a:r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88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медиа-запросов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Пишем медиа запросы либо в порядке убывания либо в порядке возрастания контрольных точек по порядку.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Не </a:t>
            </a:r>
            <a:r>
              <a:rPr lang="ru-RU" dirty="0" smtClean="0"/>
              <a:t>обязательно использовать контрольные точки </a:t>
            </a:r>
            <a:r>
              <a:rPr lang="en-US" dirty="0" smtClean="0"/>
              <a:t>Bootstrap </a:t>
            </a:r>
            <a:r>
              <a:rPr lang="ru-RU" dirty="0" smtClean="0"/>
              <a:t>или  </a:t>
            </a:r>
            <a:r>
              <a:rPr lang="en-US" dirty="0" err="1" smtClean="0"/>
              <a:t>Tailwindcss</a:t>
            </a:r>
            <a:r>
              <a:rPr lang="ru-RU" dirty="0" smtClean="0"/>
              <a:t>.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Часть элементов можно скрыть вообще для узких устройств (</a:t>
            </a:r>
            <a:r>
              <a:rPr lang="en-US" dirty="0" smtClean="0"/>
              <a:t>display: none</a:t>
            </a:r>
            <a:r>
              <a:rPr lang="ru-RU" dirty="0" smtClean="0"/>
              <a:t>)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Стараемся не писать блоки дважды, а менять их стили.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Проверить соответствие графическому макету можно с помощью расширения в браузере </a:t>
            </a:r>
            <a:r>
              <a:rPr lang="en-US" dirty="0" smtClean="0"/>
              <a:t>Pixel Perfect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медиа-запросов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ru-RU" dirty="0"/>
              <a:t>Для картинок можно использовать тег </a:t>
            </a:r>
            <a:r>
              <a:rPr lang="en-US" dirty="0"/>
              <a:t>Picture</a:t>
            </a:r>
            <a:r>
              <a:rPr lang="ru-RU" dirty="0"/>
              <a:t>, который позволяет отображать разные картинки в зависимости от ширины экрана.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ru-RU" dirty="0"/>
              <a:t>Не забываем про </a:t>
            </a:r>
            <a:r>
              <a:rPr lang="ru-RU" dirty="0" err="1"/>
              <a:t>псевдосостания</a:t>
            </a:r>
            <a:r>
              <a:rPr lang="ru-RU" dirty="0"/>
              <a:t> (помимо :</a:t>
            </a:r>
            <a:r>
              <a:rPr lang="en-US" dirty="0"/>
              <a:t>hover</a:t>
            </a:r>
            <a:r>
              <a:rPr lang="ru-RU" dirty="0"/>
              <a:t>, есть еще </a:t>
            </a:r>
            <a:r>
              <a:rPr lang="en-US" dirty="0"/>
              <a:t>:active, :focus</a:t>
            </a:r>
            <a:r>
              <a:rPr lang="ru-RU" dirty="0"/>
              <a:t>)</a:t>
            </a: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ru-RU" dirty="0"/>
              <a:t>Не делаем кнопки слишком маленькими по размеру, и текст ссылок слишком мелкими. Для удобства пользователя на мобильных устройствах нужно ширина и высота не менее 44</a:t>
            </a:r>
            <a:r>
              <a:rPr lang="en-US" dirty="0" err="1"/>
              <a:t>px</a:t>
            </a:r>
            <a:r>
              <a:rPr lang="ru-RU" dirty="0"/>
              <a:t>. Можно добиться за счет </a:t>
            </a:r>
            <a:r>
              <a:rPr lang="en-US" dirty="0"/>
              <a:t>padding</a:t>
            </a:r>
            <a:r>
              <a:rPr lang="ru-RU" dirty="0"/>
              <a:t>-</a:t>
            </a:r>
            <a:r>
              <a:rPr lang="ru-RU" dirty="0" err="1"/>
              <a:t>ов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ru-RU" dirty="0"/>
              <a:t>Не забываем про формы: типы </a:t>
            </a:r>
            <a:r>
              <a:rPr lang="en-US" dirty="0"/>
              <a:t>input</a:t>
            </a:r>
            <a:r>
              <a:rPr lang="ru-RU" dirty="0"/>
              <a:t> крайне важны</a:t>
            </a:r>
            <a:r>
              <a:rPr lang="en-US" dirty="0"/>
              <a:t> (type=</a:t>
            </a:r>
            <a:r>
              <a:rPr lang="en-US" dirty="0" err="1"/>
              <a:t>tel</a:t>
            </a:r>
            <a:r>
              <a:rPr lang="en-US" dirty="0"/>
              <a:t>, type=email, type=number </a:t>
            </a:r>
            <a:r>
              <a:rPr lang="ru-RU" dirty="0"/>
              <a:t>и т.д.</a:t>
            </a:r>
            <a:r>
              <a:rPr lang="en-US" dirty="0" smtClean="0"/>
              <a:t>).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9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 </a:t>
            </a:r>
            <a:r>
              <a:rPr lang="en-US" b="1" dirty="0" smtClean="0"/>
              <a:t>Queries</a:t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ru-RU" b="1" dirty="0" smtClean="0"/>
              <a:t>контейнерные запросы)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499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 Queries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Контейнерные </a:t>
            </a:r>
            <a:r>
              <a:rPr lang="ru-RU" dirty="0"/>
              <a:t>запросы позволяют создавать макеты, которые реагируют на размер </a:t>
            </a:r>
            <a:r>
              <a:rPr lang="ru-RU" dirty="0" smtClean="0"/>
              <a:t>контейнера, а не на размер окна просмотра. </a:t>
            </a:r>
          </a:p>
          <a:p>
            <a:pPr marL="0" indent="0">
              <a:buNone/>
            </a:pPr>
            <a:r>
              <a:rPr lang="ru-RU" dirty="0" smtClean="0"/>
              <a:t>То есть, эти запросы </a:t>
            </a:r>
            <a:r>
              <a:rPr lang="ru-RU" dirty="0"/>
              <a:t>позволяют в зависимости от параметров контейнера </a:t>
            </a:r>
            <a:r>
              <a:rPr lang="ru-RU" dirty="0" smtClean="0"/>
              <a:t>(ширины и высоты) изменять </a:t>
            </a:r>
            <a:r>
              <a:rPr lang="ru-RU" dirty="0"/>
              <a:t>отображение как самого контейнера, так и его дочерних элементов.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04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Конструкции </a:t>
            </a:r>
            <a:r>
              <a:rPr lang="en-US" b="1" dirty="0" smtClean="0"/>
              <a:t>Container Queries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 err="1" smtClean="0"/>
              <a:t>container-type</a:t>
            </a:r>
            <a:r>
              <a:rPr lang="ru-RU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 err="1" smtClean="0"/>
              <a:t>container-name</a:t>
            </a:r>
            <a:r>
              <a:rPr lang="ru-RU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 smtClean="0"/>
              <a:t>@</a:t>
            </a:r>
            <a:r>
              <a:rPr lang="ru-RU" dirty="0" err="1" smtClean="0"/>
              <a:t>container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602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ru-RU" b="1" dirty="0" err="1" smtClean="0"/>
              <a:t>container-type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CSS-свойство </a:t>
            </a:r>
            <a:r>
              <a:rPr lang="ru-RU" dirty="0" err="1"/>
              <a:t>container-type</a:t>
            </a:r>
            <a:r>
              <a:rPr lang="ru-RU" dirty="0"/>
              <a:t> </a:t>
            </a:r>
            <a:r>
              <a:rPr lang="ru-RU" dirty="0" smtClean="0"/>
              <a:t>задаем у контейнера. Возможные значения:</a:t>
            </a:r>
            <a:endParaRPr lang="ru-RU" dirty="0"/>
          </a:p>
          <a:p>
            <a:r>
              <a:rPr lang="ru-RU" dirty="0" err="1" smtClean="0"/>
              <a:t>inline-size</a:t>
            </a:r>
            <a:r>
              <a:rPr lang="ru-RU" dirty="0" smtClean="0"/>
              <a:t> </a:t>
            </a:r>
            <a:r>
              <a:rPr lang="ru-RU" dirty="0"/>
              <a:t>позволяет использовать ширину контейнера в медиа-запросах;</a:t>
            </a:r>
          </a:p>
          <a:p>
            <a:r>
              <a:rPr lang="ru-RU" dirty="0" err="1"/>
              <a:t>size</a:t>
            </a:r>
            <a:r>
              <a:rPr lang="ru-RU" dirty="0"/>
              <a:t> позволяет использовать как ширину, так и высоту контейнера в запросах;</a:t>
            </a:r>
          </a:p>
          <a:p>
            <a:r>
              <a:rPr lang="ru-RU" dirty="0" err="1"/>
              <a:t>normal</a:t>
            </a:r>
            <a:r>
              <a:rPr lang="ru-RU" dirty="0"/>
              <a:t> — значение по умолчанию, при котором элемент не участвует в контейнерных запросах по размеру, но может использоваться в стилевых </a:t>
            </a:r>
            <a:r>
              <a:rPr lang="ru-RU" dirty="0" smtClean="0"/>
              <a:t>запросах.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52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container-type: inline-size;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@container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716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container-type: inline-size</a:t>
            </a:r>
            <a:r>
              <a:rPr lang="en-US" b="1" dirty="0" smtClean="0"/>
              <a:t>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/>
              <a:t>container-name</a:t>
            </a:r>
            <a:r>
              <a:rPr lang="en-US" b="1" dirty="0"/>
              <a:t>: </a:t>
            </a:r>
            <a:r>
              <a:rPr lang="en-US" b="1" dirty="0" smtClean="0"/>
              <a:t>card;</a:t>
            </a:r>
            <a:endParaRPr lang="ru-RU" b="1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smtClean="0"/>
              <a:t>container card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727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9" y="1825625"/>
            <a:ext cx="4942462" cy="4351338"/>
          </a:xfrm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r>
              <a:rPr lang="en-US" dirty="0" smtClean="0"/>
              <a:t>container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container: </a:t>
            </a:r>
            <a:r>
              <a:rPr lang="en-US" b="1" dirty="0" smtClean="0"/>
              <a:t>card/ </a:t>
            </a:r>
            <a:r>
              <a:rPr lang="en-US" b="1" dirty="0"/>
              <a:t>inline-size</a:t>
            </a:r>
            <a:r>
              <a:rPr lang="en-US" b="1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smtClean="0"/>
              <a:t>container card </a:t>
            </a:r>
            <a:r>
              <a:rPr lang="en-US" dirty="0"/>
              <a:t>(max-width: 500px) {</a:t>
            </a:r>
          </a:p>
          <a:p>
            <a:pPr marL="0" indent="0">
              <a:buNone/>
            </a:pPr>
            <a:r>
              <a:rPr lang="en-US" dirty="0" smtClean="0"/>
              <a:t>  .image{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  .title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…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15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Контейнерные и медиа запросы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Медиа-запросы:</a:t>
            </a:r>
          </a:p>
          <a:p>
            <a:r>
              <a:rPr lang="ru-RU" dirty="0" smtClean="0"/>
              <a:t>адаптация элементов, которые находятся в верхних частях </a:t>
            </a:r>
            <a:r>
              <a:rPr lang="en-US" dirty="0" smtClean="0"/>
              <a:t>DOM</a:t>
            </a:r>
            <a:r>
              <a:rPr lang="ru-RU" dirty="0" smtClean="0"/>
              <a:t> и не имеют глубокой вложенности</a:t>
            </a:r>
          </a:p>
          <a:p>
            <a:r>
              <a:rPr lang="ru-RU" dirty="0"/>
              <a:t>а</a:t>
            </a:r>
            <a:r>
              <a:rPr lang="ru-RU" dirty="0" smtClean="0"/>
              <a:t>даптация под область просмотра</a:t>
            </a:r>
          </a:p>
          <a:p>
            <a:r>
              <a:rPr lang="ru-RU" dirty="0" smtClean="0"/>
              <a:t>изменение глобальных параметров как </a:t>
            </a:r>
            <a:r>
              <a:rPr lang="ru-RU" dirty="0"/>
              <a:t>размер шрифта, цвет, </a:t>
            </a:r>
            <a:r>
              <a:rPr lang="ru-RU" dirty="0" err="1"/>
              <a:t>межбуквенный</a:t>
            </a:r>
            <a:r>
              <a:rPr lang="ru-RU" dirty="0"/>
              <a:t> интервал, высота строки и т.д.</a:t>
            </a:r>
          </a:p>
          <a:p>
            <a:r>
              <a:rPr lang="ru-RU" dirty="0" smtClean="0"/>
              <a:t>если нужно удалить или добавить определенный </a:t>
            </a:r>
            <a:r>
              <a:rPr lang="ru-RU" dirty="0"/>
              <a:t>элемент со страницы с учетом разных размеров </a:t>
            </a:r>
            <a:r>
              <a:rPr lang="ru-RU" dirty="0" smtClean="0"/>
              <a:t>экрана.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Контейнерные </a:t>
            </a:r>
            <a:r>
              <a:rPr lang="ru-RU" b="1" dirty="0" smtClean="0"/>
              <a:t>запросы:</a:t>
            </a:r>
          </a:p>
          <a:p>
            <a:r>
              <a:rPr lang="ru-RU" dirty="0" smtClean="0"/>
              <a:t>для </a:t>
            </a:r>
            <a:r>
              <a:rPr lang="ru-RU" dirty="0" err="1"/>
              <a:t>многоиспользуемых</a:t>
            </a:r>
            <a:r>
              <a:rPr lang="ru-RU" dirty="0"/>
              <a:t> компонентов и для элементов, точно зависящих от их родителей.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B438F-304E-4E21-B3B2-A3005D19D9E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5963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964</Words>
  <Application>Microsoft Office PowerPoint</Application>
  <PresentationFormat>Широкоэкранный</PresentationFormat>
  <Paragraphs>162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Тема Office</vt:lpstr>
      <vt:lpstr>Адаптивная верстка. Медиа-запросы. Контейнерные запросы.</vt:lpstr>
      <vt:lpstr>Определение</vt:lpstr>
      <vt:lpstr>Пример</vt:lpstr>
      <vt:lpstr>Пример</vt:lpstr>
      <vt:lpstr>Пример</vt:lpstr>
      <vt:lpstr>Медиа-запросы</vt:lpstr>
      <vt:lpstr>Сервис Can I Use</vt:lpstr>
      <vt:lpstr>Viewport</vt:lpstr>
      <vt:lpstr>Синтаксис media queries</vt:lpstr>
      <vt:lpstr>Типы устройств</vt:lpstr>
      <vt:lpstr>Медиа функции</vt:lpstr>
      <vt:lpstr>Медиа функции</vt:lpstr>
      <vt:lpstr>Логические операторы</vt:lpstr>
      <vt:lpstr>Контрольные точки – break point (Bootstrap)</vt:lpstr>
      <vt:lpstr>Контрольные точки – break point (Tailwind)</vt:lpstr>
      <vt:lpstr>Подходы к адаптивной вёрстки</vt:lpstr>
      <vt:lpstr>Задание медиа-запросов</vt:lpstr>
      <vt:lpstr>Задание медиа-запросов</vt:lpstr>
      <vt:lpstr>Container Queries (контейнерные запросы)</vt:lpstr>
      <vt:lpstr>Container Queries</vt:lpstr>
      <vt:lpstr>Конструкции Container Queries</vt:lpstr>
      <vt:lpstr>Свойство container-type</vt:lpstr>
      <vt:lpstr>Пример</vt:lpstr>
      <vt:lpstr>Пример</vt:lpstr>
      <vt:lpstr>Пример</vt:lpstr>
      <vt:lpstr>Контейнерные и медиа запросы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Адаптивная верстка. Медиа-запросы</dc:title>
  <dc:creator>Yulya</dc:creator>
  <cp:lastModifiedBy>julia</cp:lastModifiedBy>
  <cp:revision>34</cp:revision>
  <cp:lastPrinted>2021-05-27T08:19:14Z</cp:lastPrinted>
  <dcterms:created xsi:type="dcterms:W3CDTF">2021-05-26T07:12:17Z</dcterms:created>
  <dcterms:modified xsi:type="dcterms:W3CDTF">2026-08-17T08:02:52Z</dcterms:modified>
</cp:coreProperties>
</file>