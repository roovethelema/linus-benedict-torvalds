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1" r:id="rId4"/>
    <p:sldId id="260" r:id="rId5"/>
    <p:sldId id="262" r:id="rId6"/>
    <p:sldId id="257" r:id="rId7"/>
    <p:sldId id="259" r:id="rId8"/>
    <p:sldId id="263" r:id="rId9"/>
    <p:sldId id="264" r:id="rId10"/>
    <p:sldId id="265" r:id="rId11"/>
    <p:sldId id="266" r:id="rId12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4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B18E2-854F-45FE-9532-AAD650ABB2C9}" type="datetimeFigureOut">
              <a:rPr lang="ru-RU" smtClean="0"/>
              <a:t>31.08.2021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77ECA-D892-40DE-A8FD-3A9CF8DC8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567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62F69-0E46-4030-92A7-764D0AC133A9}" type="datetimeFigureOut">
              <a:rPr lang="ru-RU" smtClean="0"/>
              <a:t>31.08.2021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61A15-AA1D-4B60-811F-87D7DBFE8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66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61A15-AA1D-4B60-811F-87D7DBFE8B8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153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20DC63-566A-40ED-9F9D-CBEF502A9315}" type="datetime1">
              <a:rPr lang="ru-RU" smtClean="0"/>
              <a:t>31.08.2021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02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E229-F7E2-4A50-A718-7160D0D47385}" type="datetime1">
              <a:rPr lang="ru-RU" smtClean="0"/>
              <a:t>31.08.2021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17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D-F99E-4DD5-BAB1-A99876061060}" type="datetime1">
              <a:rPr lang="ru-RU" smtClean="0"/>
              <a:t>31.08.2021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76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B5C1-FFFF-4EA1-A85A-D95545FD8625}" type="datetime1">
              <a:rPr lang="ru-RU" smtClean="0"/>
              <a:t>31.08.2021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529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576D2-6012-49B8-9B41-6D322DA94C94}" type="datetime1">
              <a:rPr lang="ru-RU" smtClean="0"/>
              <a:t>31.08.2021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28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0C493-1EC8-4EBD-897A-E76B0230F7B0}" type="datetime1">
              <a:rPr lang="ru-RU" smtClean="0"/>
              <a:t>31.08.2021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08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D92A3-7294-47AC-BBC0-C2EAB34C113E}" type="datetime1">
              <a:rPr lang="ru-RU" smtClean="0"/>
              <a:t>31.08.2021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98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977-B2D9-4F74-8D33-1118DF53D09D}" type="datetime1">
              <a:rPr lang="ru-RU" smtClean="0"/>
              <a:t>31.08.2021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64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284A-093F-4590-87E6-A8D40B410D2E}" type="datetime1">
              <a:rPr lang="ru-RU" smtClean="0"/>
              <a:t>31.08.2021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44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A7226-2AC9-4965-A149-2CC7EEEEBC04}" type="datetime1">
              <a:rPr lang="ru-RU" smtClean="0"/>
              <a:t>31.08.2021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17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BC97-16A5-487C-A803-0B7DADF73BF1}" type="datetime1">
              <a:rPr lang="ru-RU" smtClean="0"/>
              <a:t>31.08.2021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98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75047309-2E82-4A1F-8E03-51BF990E7A51}" type="datetime1">
              <a:rPr lang="ru-RU" smtClean="0"/>
              <a:t>31.08.2021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0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6000" dirty="0" smtClean="0"/>
              <a:t>Структура </a:t>
            </a:r>
            <a:br>
              <a:rPr lang="ru-RU" sz="6000" dirty="0" smtClean="0"/>
            </a:br>
            <a:r>
              <a:rPr lang="en-US" sz="6000" dirty="0" smtClean="0"/>
              <a:t>HTML</a:t>
            </a:r>
            <a:r>
              <a:rPr lang="ru-RU" sz="6000" dirty="0" smtClean="0"/>
              <a:t>-документа</a:t>
            </a:r>
            <a:endParaRPr lang="ru-RU" sz="6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Мухина Юлия </a:t>
            </a:r>
            <a:r>
              <a:rPr lang="ru-RU" smtClean="0"/>
              <a:t>Рамилевна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21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0572" y="256514"/>
            <a:ext cx="9875520" cy="1356360"/>
          </a:xfrm>
        </p:spPr>
        <p:txBody>
          <a:bodyPr/>
          <a:lstStyle/>
          <a:p>
            <a:r>
              <a:rPr lang="ru-RU" b="1" dirty="0" smtClean="0"/>
              <a:t>Первый макет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5055" y="1612874"/>
            <a:ext cx="6806554" cy="4842247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27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256515"/>
            <a:ext cx="9875520" cy="1356360"/>
          </a:xfrm>
        </p:spPr>
        <p:txBody>
          <a:bodyPr/>
          <a:lstStyle/>
          <a:p>
            <a:r>
              <a:rPr lang="ru-RU" b="1" dirty="0" smtClean="0"/>
              <a:t>Структура </a:t>
            </a:r>
            <a:r>
              <a:rPr lang="en-US" b="1" dirty="0" smtClean="0"/>
              <a:t>html</a:t>
            </a:r>
            <a:r>
              <a:rPr lang="ru-RU" b="1" dirty="0" smtClean="0"/>
              <a:t>-документа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45649" y="1505139"/>
            <a:ext cx="9872871" cy="4038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&lt;meta charset=utf-8&gt;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&gt;Простейший документ&lt;/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1&gt;Пример простого документа&lt;/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1&gt;</a:t>
            </a:r>
          </a:p>
          <a:p>
            <a:pPr lvl="2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56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Доктайп</a:t>
            </a:r>
            <a:r>
              <a:rPr lang="ru-RU" b="1" dirty="0" smtClean="0"/>
              <a:t> док</a:t>
            </a:r>
            <a:r>
              <a:rPr lang="en-US" b="1" dirty="0" smtClean="0"/>
              <a:t>e</a:t>
            </a:r>
            <a:r>
              <a:rPr lang="ru-RU" b="1" dirty="0" smtClean="0"/>
              <a:t>мента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400" dirty="0" err="1" smtClean="0"/>
              <a:t>Доктайп</a:t>
            </a:r>
            <a:r>
              <a:rPr lang="ru-RU" sz="2400" dirty="0" smtClean="0"/>
              <a:t> задает тип документа, </a:t>
            </a:r>
            <a:r>
              <a:rPr lang="ru-RU" sz="2400" dirty="0"/>
              <a:t>чтобы браузер мог определить версию HTML и правильно отобразить страницу</a:t>
            </a:r>
            <a:r>
              <a:rPr lang="ru-RU" sz="2400" dirty="0" smtClean="0"/>
              <a:t>.</a:t>
            </a:r>
          </a:p>
          <a:p>
            <a:pPr marL="45720" indent="0">
              <a:buNone/>
            </a:pPr>
            <a:r>
              <a:rPr lang="en-US" sz="2400" dirty="0" smtClean="0"/>
              <a:t>HTML5</a:t>
            </a:r>
            <a:endParaRPr lang="ru-RU" sz="2400" dirty="0" smtClean="0"/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/>
              <a:t>HTML4</a:t>
            </a:r>
            <a:endParaRPr lang="ru-RU" sz="2400" dirty="0" smtClean="0"/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 PUBLIC "-//W3C//DTD HTML 4.01//EN" "http://www.w3.org/TR/html4/strict.dtd"&gt;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25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Тег </a:t>
            </a:r>
            <a:r>
              <a:rPr lang="en-US" b="1" dirty="0" smtClean="0"/>
              <a:t>HTML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&lt;html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lang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=‘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ru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’&gt;</a:t>
            </a:r>
          </a:p>
          <a:p>
            <a:pPr marL="4572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65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Содержимое тега </a:t>
            </a:r>
            <a:r>
              <a:rPr lang="en-US" b="1" dirty="0" smtClean="0"/>
              <a:t>HEAD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2101842"/>
            <a:ext cx="9872871" cy="394971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-9522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kumimoji="0" lang="en-US" altLang="ru-RU" sz="2400" b="0" i="0" u="none" strike="noStrike" cap="none" normalizeH="0" baseline="0" dirty="0" smtClean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&gt;Заголовок страницы&lt;/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kumimoji="0" lang="en-US" altLang="ru-RU" sz="2400" b="0" i="0" u="none" strike="noStrike" cap="none" normalizeH="0" baseline="0" dirty="0" smtClean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charset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="название кодировки"&gt;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keywords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content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="важные, ключевые, слова"&gt;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content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="краткое описание</a:t>
            </a:r>
            <a:r>
              <a:rPr lang="ru-RU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en-US" alt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="адрес_файла_стилей.css" 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u-RU" alt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stylesheet</a:t>
            </a:r>
            <a:r>
              <a:rPr lang="ru-RU" alt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"&gt;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ru-RU" sz="2400" b="0" i="0" u="none" strike="noStrike" cap="none" normalizeH="0" baseline="0" dirty="0" smtClean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33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Содержимое тега </a:t>
            </a:r>
            <a:r>
              <a:rPr lang="en-US" b="1" dirty="0" smtClean="0"/>
              <a:t>BODY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5345" y="1777822"/>
            <a:ext cx="3904010" cy="4472087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76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Структурные разделы сайта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dirty="0" smtClean="0"/>
              <a:t>Main – </a:t>
            </a:r>
            <a:r>
              <a:rPr lang="ru-RU" sz="2400" dirty="0" smtClean="0"/>
              <a:t>основное содержание сайта (только один на странице)</a:t>
            </a:r>
          </a:p>
          <a:p>
            <a:pPr marL="45720" indent="0">
              <a:buNone/>
            </a:pPr>
            <a:r>
              <a:rPr lang="en-US" sz="2400" dirty="0" smtClean="0"/>
              <a:t>Header – </a:t>
            </a:r>
            <a:r>
              <a:rPr lang="ru-RU" sz="2400" dirty="0" smtClean="0"/>
              <a:t>шапка сайта или другой части сайта (например, статьи)</a:t>
            </a:r>
          </a:p>
          <a:p>
            <a:pPr marL="45720" indent="0">
              <a:buNone/>
            </a:pPr>
            <a:r>
              <a:rPr lang="en-US" sz="2400" dirty="0" smtClean="0"/>
              <a:t>Footer – </a:t>
            </a:r>
            <a:r>
              <a:rPr lang="ru-RU" sz="2400" dirty="0" smtClean="0"/>
              <a:t>подвал сайта </a:t>
            </a:r>
            <a:r>
              <a:rPr lang="ru-RU" sz="2400" dirty="0"/>
              <a:t>или другой части сайта </a:t>
            </a:r>
            <a:endParaRPr lang="ru-RU" sz="2400" dirty="0" smtClean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ru-RU" sz="2400" b="1" dirty="0" smtClean="0"/>
              <a:t>Задание: </a:t>
            </a:r>
            <a:r>
              <a:rPr lang="ru-RU" sz="2400" dirty="0" smtClean="0"/>
              <a:t>Создадим структуру сайта как на слайде в начале презентации.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53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Еще разделы сайта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sz="2400" dirty="0" err="1"/>
              <a:t>Nav</a:t>
            </a:r>
            <a:r>
              <a:rPr lang="en-US" sz="2400" dirty="0"/>
              <a:t> – </a:t>
            </a:r>
            <a:r>
              <a:rPr lang="ru-RU" sz="2400" dirty="0"/>
              <a:t>навигация (совокупность кнопок)</a:t>
            </a:r>
          </a:p>
          <a:p>
            <a:pPr marL="45720" indent="0">
              <a:buNone/>
            </a:pPr>
            <a:r>
              <a:rPr lang="en-US" sz="2400" dirty="0" smtClean="0"/>
              <a:t>Section</a:t>
            </a:r>
            <a:r>
              <a:rPr lang="ru-RU" sz="2400" dirty="0" smtClean="0"/>
              <a:t> </a:t>
            </a:r>
            <a:r>
              <a:rPr lang="ru-RU" sz="2400" dirty="0"/>
              <a:t>- крупный смысловой (или «логический») раздел.</a:t>
            </a:r>
          </a:p>
          <a:p>
            <a:pPr marL="45720" indent="0">
              <a:buNone/>
            </a:pPr>
            <a:r>
              <a:rPr lang="en-US" sz="2400" dirty="0" smtClean="0"/>
              <a:t>Article - </a:t>
            </a:r>
            <a:r>
              <a:rPr lang="ru-RU" sz="2400" dirty="0"/>
              <a:t>обозначает цельный, законченный и самостоятельный фрагмент информации</a:t>
            </a:r>
            <a:r>
              <a:rPr lang="ru-RU" sz="2400" dirty="0" smtClean="0"/>
              <a:t>.</a:t>
            </a:r>
          </a:p>
          <a:p>
            <a:pPr marL="45720" indent="0">
              <a:buNone/>
            </a:pPr>
            <a:r>
              <a:rPr lang="en-US" sz="2400" dirty="0" smtClean="0"/>
              <a:t>Aside (</a:t>
            </a:r>
            <a:r>
              <a:rPr lang="ru-RU" sz="2400" dirty="0"/>
              <a:t>«</a:t>
            </a:r>
            <a:r>
              <a:rPr lang="ru-RU" sz="2400" dirty="0" err="1"/>
              <a:t>сайдбары</a:t>
            </a:r>
            <a:r>
              <a:rPr lang="ru-RU" sz="2400" dirty="0" smtClean="0"/>
              <a:t>»</a:t>
            </a:r>
            <a:r>
              <a:rPr lang="en-US" sz="2400" dirty="0" smtClean="0"/>
              <a:t>) – </a:t>
            </a:r>
            <a:r>
              <a:rPr lang="ru-RU" sz="2400" dirty="0" smtClean="0"/>
              <a:t>дополнительное </a:t>
            </a:r>
            <a:r>
              <a:rPr lang="ru-RU" sz="2400" dirty="0"/>
              <a:t>содержание, не связанное напрямую с </a:t>
            </a:r>
            <a:r>
              <a:rPr lang="ru-RU" sz="2400" dirty="0" smtClean="0"/>
              <a:t>основным</a:t>
            </a:r>
            <a:r>
              <a:rPr lang="en-US" sz="2400" dirty="0" smtClean="0"/>
              <a:t> (</a:t>
            </a:r>
            <a:r>
              <a:rPr lang="ru-RU" sz="2400" dirty="0" smtClean="0"/>
              <a:t>боковые панели с разными модулями – календарь, реклама, облака тегов, партнеры и т.д.).</a:t>
            </a:r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ru-RU" sz="2400" b="1" dirty="0"/>
              <a:t>Задание: </a:t>
            </a:r>
            <a:r>
              <a:rPr lang="ru-RU" sz="2400" dirty="0" smtClean="0"/>
              <a:t>Добавим в основное содержание два блока секцию Обо мне и навигацию по статьям.</a:t>
            </a:r>
            <a:endParaRPr lang="ru-RU" sz="2400" dirty="0"/>
          </a:p>
          <a:p>
            <a:pPr marL="45720" indent="0">
              <a:buNone/>
            </a:pPr>
            <a:endParaRPr lang="en-US" sz="24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23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Заголовки </a:t>
            </a:r>
            <a:r>
              <a:rPr lang="en-US" b="1" dirty="0" smtClean="0"/>
              <a:t>h1-h6</a:t>
            </a:r>
            <a:endParaRPr lang="ru-RU" b="1" dirty="0"/>
          </a:p>
        </p:txBody>
      </p:sp>
      <p:pic>
        <p:nvPicPr>
          <p:cNvPr id="3074" name="Picture 2" descr="https://img.labirint.ru/rcimg/70c9b158d8064ca55bc2c689c828086d/960x540/comments_pic/1419/7_32468924c92ae9e332ac594a30df236b_1399827963.jpg?139982798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907" y="1619440"/>
            <a:ext cx="3594200" cy="4792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img4.labirint.ru/rc/9514bf1dd472ca18910919b47ecc2ee7/220x340/books43/424202/cover.jpg?145931555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311" y="1619440"/>
            <a:ext cx="3320955" cy="4921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491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Параграфы </a:t>
            </a:r>
            <a:r>
              <a:rPr lang="en-US" b="1" dirty="0" smtClean="0"/>
              <a:t>– </a:t>
            </a:r>
            <a:r>
              <a:rPr lang="ru-RU" b="1" dirty="0" smtClean="0"/>
              <a:t>тег </a:t>
            </a:r>
            <a:r>
              <a:rPr lang="en-US" b="1" dirty="0" smtClean="0"/>
              <a:t>p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48346"/>
            <a:ext cx="9872871" cy="4038600"/>
          </a:xfrm>
        </p:spPr>
        <p:txBody>
          <a:bodyPr/>
          <a:lstStyle/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Первый параграф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Второй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параграф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&lt;/p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Третий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параграф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&lt;/p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dirty="0" smtClean="0"/>
              <a:t>…</a:t>
            </a:r>
            <a:endParaRPr lang="ru-RU" dirty="0"/>
          </a:p>
          <a:p>
            <a:pPr marL="45720" indent="0">
              <a:buNone/>
            </a:pPr>
            <a:endParaRPr lang="ru-RU" b="1" dirty="0" smtClean="0"/>
          </a:p>
          <a:p>
            <a:pPr marL="45720" indent="0">
              <a:buNone/>
            </a:pPr>
            <a:r>
              <a:rPr lang="ru-RU" b="1" dirty="0" smtClean="0"/>
              <a:t>Задание: </a:t>
            </a:r>
            <a:r>
              <a:rPr lang="ru-RU" dirty="0" smtClean="0"/>
              <a:t>Добавьте заголовок для сайта, а также заголовки для разделов, два-три параграфа о себе и текст в подвале сайта.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53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Базис</Template>
  <TotalTime>76</TotalTime>
  <Words>284</Words>
  <Application>Microsoft Office PowerPoint</Application>
  <PresentationFormat>Широкоэкранный</PresentationFormat>
  <Paragraphs>68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Calibri</vt:lpstr>
      <vt:lpstr>Corbel</vt:lpstr>
      <vt:lpstr>Courier New</vt:lpstr>
      <vt:lpstr>Базис</vt:lpstr>
      <vt:lpstr>Структура  HTML-документа</vt:lpstr>
      <vt:lpstr>Первый макет</vt:lpstr>
      <vt:lpstr>Структура html-документа</vt:lpstr>
      <vt:lpstr>Доктайп докeмента</vt:lpstr>
      <vt:lpstr>Тег HTML</vt:lpstr>
      <vt:lpstr>Содержимое тега HEAD</vt:lpstr>
      <vt:lpstr>Содержимое тега BODY</vt:lpstr>
      <vt:lpstr>Структурные разделы сайта</vt:lpstr>
      <vt:lpstr>Еще разделы сайта</vt:lpstr>
      <vt:lpstr>Заголовки h1-h6</vt:lpstr>
      <vt:lpstr>Параграфы – тег p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Структура  HTML-документа</dc:title>
  <dc:creator>Yulya</dc:creator>
  <cp:lastModifiedBy>Yulya</cp:lastModifiedBy>
  <cp:revision>15</cp:revision>
  <cp:lastPrinted>2020-09-03T05:51:53Z</cp:lastPrinted>
  <dcterms:created xsi:type="dcterms:W3CDTF">2020-08-28T03:51:59Z</dcterms:created>
  <dcterms:modified xsi:type="dcterms:W3CDTF">2021-08-31T04:43:11Z</dcterms:modified>
</cp:coreProperties>
</file>