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27"/>
  </p:notesMasterIdLst>
  <p:handoutMasterIdLst>
    <p:handoutMasterId r:id="rId28"/>
  </p:handoutMasterIdLst>
  <p:sldIdLst>
    <p:sldId id="256" r:id="rId2"/>
    <p:sldId id="259" r:id="rId3"/>
    <p:sldId id="288" r:id="rId4"/>
    <p:sldId id="319" r:id="rId5"/>
    <p:sldId id="316" r:id="rId6"/>
    <p:sldId id="289" r:id="rId7"/>
    <p:sldId id="290" r:id="rId8"/>
    <p:sldId id="317" r:id="rId9"/>
    <p:sldId id="291" r:id="rId10"/>
    <p:sldId id="292" r:id="rId11"/>
    <p:sldId id="295" r:id="rId12"/>
    <p:sldId id="318" r:id="rId13"/>
    <p:sldId id="296" r:id="rId14"/>
    <p:sldId id="297" r:id="rId15"/>
    <p:sldId id="321" r:id="rId16"/>
    <p:sldId id="299" r:id="rId17"/>
    <p:sldId id="301" r:id="rId18"/>
    <p:sldId id="302" r:id="rId19"/>
    <p:sldId id="303" r:id="rId20"/>
    <p:sldId id="306" r:id="rId21"/>
    <p:sldId id="304" r:id="rId22"/>
    <p:sldId id="305" r:id="rId23"/>
    <p:sldId id="324" r:id="rId24"/>
    <p:sldId id="320" r:id="rId25"/>
    <p:sldId id="322" r:id="rId26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413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76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466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7B02C1D-343E-45CF-937A-0A01334DEC91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0CC36784-C7A2-44A0-9C4C-35BE844BD166}">
      <dgm:prSet phldrT="[Текст]" custT="1"/>
      <dgm:spPr/>
      <dgm:t>
        <a:bodyPr/>
        <a:lstStyle/>
        <a:p>
          <a:r>
            <a:rPr lang="en-US" sz="3200" dirty="0" err="1" smtClean="0"/>
            <a:t>site.local</a:t>
          </a:r>
          <a:endParaRPr lang="ru-RU" sz="3200" dirty="0"/>
        </a:p>
      </dgm:t>
    </dgm:pt>
    <dgm:pt modelId="{012C42F6-A658-4DB5-AD2E-731C80DA8FDB}" type="parTrans" cxnId="{48E82DD1-F44F-4E61-BAC9-24002753F0B8}">
      <dgm:prSet/>
      <dgm:spPr/>
      <dgm:t>
        <a:bodyPr/>
        <a:lstStyle/>
        <a:p>
          <a:endParaRPr lang="ru-RU" sz="2000"/>
        </a:p>
      </dgm:t>
    </dgm:pt>
    <dgm:pt modelId="{77FBCEE9-B667-47A6-88D0-166D9B771CBF}" type="sibTrans" cxnId="{48E82DD1-F44F-4E61-BAC9-24002753F0B8}">
      <dgm:prSet/>
      <dgm:spPr/>
      <dgm:t>
        <a:bodyPr/>
        <a:lstStyle/>
        <a:p>
          <a:endParaRPr lang="ru-RU" sz="2000"/>
        </a:p>
      </dgm:t>
    </dgm:pt>
    <dgm:pt modelId="{F626E26C-8322-48FA-9D56-C0F699E54654}">
      <dgm:prSet phldrT="[Текст]" custT="1"/>
      <dgm:spPr/>
      <dgm:t>
        <a:bodyPr/>
        <a:lstStyle/>
        <a:p>
          <a:endParaRPr lang="en-US" sz="2400" dirty="0" smtClean="0"/>
        </a:p>
        <a:p>
          <a:r>
            <a:rPr lang="en-US" sz="2400" dirty="0" smtClean="0"/>
            <a:t>index.html</a:t>
          </a:r>
          <a:endParaRPr lang="ru-RU" sz="2400" dirty="0"/>
        </a:p>
      </dgm:t>
    </dgm:pt>
    <dgm:pt modelId="{DA335E10-FA10-4D29-8958-AE0F0C446140}" type="parTrans" cxnId="{1AE699CE-F9A8-4736-91AD-A841BB3E3126}">
      <dgm:prSet/>
      <dgm:spPr/>
      <dgm:t>
        <a:bodyPr/>
        <a:lstStyle/>
        <a:p>
          <a:endParaRPr lang="ru-RU" sz="2000"/>
        </a:p>
      </dgm:t>
    </dgm:pt>
    <dgm:pt modelId="{39F7FD87-E115-477F-9F32-0568ACDE3DA3}" type="sibTrans" cxnId="{1AE699CE-F9A8-4736-91AD-A841BB3E3126}">
      <dgm:prSet/>
      <dgm:spPr/>
      <dgm:t>
        <a:bodyPr/>
        <a:lstStyle/>
        <a:p>
          <a:endParaRPr lang="ru-RU" sz="2000"/>
        </a:p>
      </dgm:t>
    </dgm:pt>
    <dgm:pt modelId="{545088C3-6DA5-40A6-A69E-23E729DF983C}">
      <dgm:prSet phldrT="[Текст]" custT="1"/>
      <dgm:spPr/>
      <dgm:t>
        <a:bodyPr/>
        <a:lstStyle/>
        <a:p>
          <a:r>
            <a:rPr lang="en-US" sz="2400" dirty="0" err="1" smtClean="0"/>
            <a:t>img</a:t>
          </a:r>
          <a:endParaRPr lang="ru-RU" sz="2400" dirty="0"/>
        </a:p>
      </dgm:t>
    </dgm:pt>
    <dgm:pt modelId="{9D79B25E-D838-4921-8E77-BC0418A415FF}" type="parTrans" cxnId="{F5D47A1D-08D6-498C-9CDE-20B636B2041D}">
      <dgm:prSet/>
      <dgm:spPr/>
      <dgm:t>
        <a:bodyPr/>
        <a:lstStyle/>
        <a:p>
          <a:endParaRPr lang="ru-RU" sz="2000"/>
        </a:p>
      </dgm:t>
    </dgm:pt>
    <dgm:pt modelId="{88497F58-B135-48D0-A5A6-8DFCB7166536}" type="sibTrans" cxnId="{F5D47A1D-08D6-498C-9CDE-20B636B2041D}">
      <dgm:prSet/>
      <dgm:spPr/>
      <dgm:t>
        <a:bodyPr/>
        <a:lstStyle/>
        <a:p>
          <a:endParaRPr lang="ru-RU" sz="2000"/>
        </a:p>
      </dgm:t>
    </dgm:pt>
    <dgm:pt modelId="{51B7AE94-5D8E-4B25-B7D8-8469B2B224F2}">
      <dgm:prSet custT="1"/>
      <dgm:spPr/>
      <dgm:t>
        <a:bodyPr/>
        <a:lstStyle/>
        <a:p>
          <a:r>
            <a:rPr lang="en-US" sz="2400" dirty="0" err="1" smtClean="0"/>
            <a:t>css</a:t>
          </a:r>
          <a:endParaRPr lang="ru-RU" sz="2400" dirty="0"/>
        </a:p>
      </dgm:t>
    </dgm:pt>
    <dgm:pt modelId="{3E8F9795-9149-4C50-8DF0-A8E1F6095EDA}" type="parTrans" cxnId="{79BAFA79-62B6-4841-B689-5C7209426D14}">
      <dgm:prSet/>
      <dgm:spPr/>
      <dgm:t>
        <a:bodyPr/>
        <a:lstStyle/>
        <a:p>
          <a:endParaRPr lang="ru-RU" sz="2000"/>
        </a:p>
      </dgm:t>
    </dgm:pt>
    <dgm:pt modelId="{18AEB563-1B57-4291-9030-DFC041E20CF4}" type="sibTrans" cxnId="{79BAFA79-62B6-4841-B689-5C7209426D14}">
      <dgm:prSet/>
      <dgm:spPr/>
      <dgm:t>
        <a:bodyPr/>
        <a:lstStyle/>
        <a:p>
          <a:endParaRPr lang="ru-RU" sz="2000"/>
        </a:p>
      </dgm:t>
    </dgm:pt>
    <dgm:pt modelId="{61396300-8A00-48EE-AE25-B16C22F663C4}">
      <dgm:prSet custT="1"/>
      <dgm:spPr/>
      <dgm:t>
        <a:bodyPr/>
        <a:lstStyle/>
        <a:p>
          <a:r>
            <a:rPr lang="en-US" sz="2400" dirty="0" err="1" smtClean="0"/>
            <a:t>js</a:t>
          </a:r>
          <a:endParaRPr lang="ru-RU" sz="2400" dirty="0"/>
        </a:p>
      </dgm:t>
    </dgm:pt>
    <dgm:pt modelId="{92C1C7AB-C049-4B74-9CC2-BB61C5FA0B35}" type="parTrans" cxnId="{5B2E973C-53B1-42DC-B0C5-7E9E9603401F}">
      <dgm:prSet/>
      <dgm:spPr/>
      <dgm:t>
        <a:bodyPr/>
        <a:lstStyle/>
        <a:p>
          <a:endParaRPr lang="ru-RU" sz="2000"/>
        </a:p>
      </dgm:t>
    </dgm:pt>
    <dgm:pt modelId="{AB012960-F7F9-4D00-BFCC-C686C850720D}" type="sibTrans" cxnId="{5B2E973C-53B1-42DC-B0C5-7E9E9603401F}">
      <dgm:prSet/>
      <dgm:spPr/>
      <dgm:t>
        <a:bodyPr/>
        <a:lstStyle/>
        <a:p>
          <a:endParaRPr lang="ru-RU" sz="2000"/>
        </a:p>
      </dgm:t>
    </dgm:pt>
    <dgm:pt modelId="{5FE15FAA-2D51-4DCE-8A09-2D9615F84F6B}">
      <dgm:prSet custT="1"/>
      <dgm:spPr/>
      <dgm:t>
        <a:bodyPr/>
        <a:lstStyle/>
        <a:p>
          <a:r>
            <a:rPr lang="en-US" sz="2400" dirty="0" smtClean="0"/>
            <a:t>font</a:t>
          </a:r>
          <a:endParaRPr lang="ru-RU" sz="2400" dirty="0"/>
        </a:p>
      </dgm:t>
    </dgm:pt>
    <dgm:pt modelId="{F798D68A-3CED-4BF1-A899-CF6225E97406}" type="parTrans" cxnId="{66B9903B-BE0E-43C7-9CBD-839C790D24B9}">
      <dgm:prSet/>
      <dgm:spPr/>
      <dgm:t>
        <a:bodyPr/>
        <a:lstStyle/>
        <a:p>
          <a:endParaRPr lang="ru-RU" sz="2000"/>
        </a:p>
      </dgm:t>
    </dgm:pt>
    <dgm:pt modelId="{B4B04F37-1242-468E-8EE6-842DF70D7B4C}" type="sibTrans" cxnId="{66B9903B-BE0E-43C7-9CBD-839C790D24B9}">
      <dgm:prSet/>
      <dgm:spPr/>
      <dgm:t>
        <a:bodyPr/>
        <a:lstStyle/>
        <a:p>
          <a:endParaRPr lang="ru-RU" sz="2000"/>
        </a:p>
      </dgm:t>
    </dgm:pt>
    <dgm:pt modelId="{6572BC78-20F8-43F1-AB43-1C992DA77129}">
      <dgm:prSet custT="1"/>
      <dgm:spPr/>
      <dgm:t>
        <a:bodyPr/>
        <a:lstStyle/>
        <a:p>
          <a:r>
            <a:rPr lang="en-US" sz="1400" dirty="0" smtClean="0"/>
            <a:t>pict.jpg</a:t>
          </a:r>
          <a:endParaRPr lang="ru-RU" sz="1400" dirty="0"/>
        </a:p>
      </dgm:t>
    </dgm:pt>
    <dgm:pt modelId="{06CBC080-0608-45FD-A621-5965735D44FC}" type="parTrans" cxnId="{413402A1-6992-4558-9F27-7C5752563A21}">
      <dgm:prSet/>
      <dgm:spPr/>
      <dgm:t>
        <a:bodyPr/>
        <a:lstStyle/>
        <a:p>
          <a:endParaRPr lang="ru-RU" sz="2000"/>
        </a:p>
      </dgm:t>
    </dgm:pt>
    <dgm:pt modelId="{86A5D723-3C93-4025-B823-E30DB11524F6}" type="sibTrans" cxnId="{413402A1-6992-4558-9F27-7C5752563A21}">
      <dgm:prSet/>
      <dgm:spPr/>
      <dgm:t>
        <a:bodyPr/>
        <a:lstStyle/>
        <a:p>
          <a:endParaRPr lang="ru-RU" sz="2000"/>
        </a:p>
      </dgm:t>
    </dgm:pt>
    <dgm:pt modelId="{7035C7F3-E9A4-45D9-8AEC-E8E429F83E78}">
      <dgm:prSet custT="1"/>
      <dgm:spPr/>
      <dgm:t>
        <a:bodyPr/>
        <a:lstStyle/>
        <a:p>
          <a:r>
            <a:rPr lang="en-US" sz="1400" dirty="0" smtClean="0"/>
            <a:t>pict.png</a:t>
          </a:r>
          <a:endParaRPr lang="ru-RU" sz="1400" dirty="0"/>
        </a:p>
      </dgm:t>
    </dgm:pt>
    <dgm:pt modelId="{0D4992A6-614E-476A-93E6-8ABDDE23CD5C}" type="parTrans" cxnId="{28651A6E-EBAA-4C9E-AF34-327C4DD9F863}">
      <dgm:prSet/>
      <dgm:spPr/>
      <dgm:t>
        <a:bodyPr/>
        <a:lstStyle/>
        <a:p>
          <a:endParaRPr lang="ru-RU" sz="2000"/>
        </a:p>
      </dgm:t>
    </dgm:pt>
    <dgm:pt modelId="{AB6781A1-BB07-49A4-A43D-3D03AFF1BCEE}" type="sibTrans" cxnId="{28651A6E-EBAA-4C9E-AF34-327C4DD9F863}">
      <dgm:prSet/>
      <dgm:spPr/>
      <dgm:t>
        <a:bodyPr/>
        <a:lstStyle/>
        <a:p>
          <a:endParaRPr lang="ru-RU" sz="2000"/>
        </a:p>
      </dgm:t>
    </dgm:pt>
    <dgm:pt modelId="{1A00068E-EB26-4796-A8A3-0FC9FEB5D65F}">
      <dgm:prSet custT="1"/>
      <dgm:spPr/>
      <dgm:t>
        <a:bodyPr/>
        <a:lstStyle/>
        <a:p>
          <a:r>
            <a:rPr lang="en-US" sz="1400" dirty="0" smtClean="0"/>
            <a:t>pict.gif</a:t>
          </a:r>
          <a:endParaRPr lang="ru-RU" sz="1400" dirty="0"/>
        </a:p>
      </dgm:t>
    </dgm:pt>
    <dgm:pt modelId="{CDF29430-F00D-4359-8BFA-CFE860A58974}" type="parTrans" cxnId="{4BD39892-9363-4260-A2A7-59184E07986C}">
      <dgm:prSet/>
      <dgm:spPr/>
      <dgm:t>
        <a:bodyPr/>
        <a:lstStyle/>
        <a:p>
          <a:endParaRPr lang="ru-RU" sz="2000"/>
        </a:p>
      </dgm:t>
    </dgm:pt>
    <dgm:pt modelId="{9DF18F56-0474-4E95-9313-5EF5E4B72DE1}" type="sibTrans" cxnId="{4BD39892-9363-4260-A2A7-59184E07986C}">
      <dgm:prSet/>
      <dgm:spPr/>
      <dgm:t>
        <a:bodyPr/>
        <a:lstStyle/>
        <a:p>
          <a:endParaRPr lang="ru-RU" sz="2000"/>
        </a:p>
      </dgm:t>
    </dgm:pt>
    <dgm:pt modelId="{C5A887A2-2BB5-4553-A66D-C84B2604CC7E}">
      <dgm:prSet custT="1"/>
      <dgm:spPr/>
      <dgm:t>
        <a:bodyPr/>
        <a:lstStyle/>
        <a:p>
          <a:r>
            <a:rPr lang="en-US" sz="1400" dirty="0" err="1" smtClean="0"/>
            <a:t>pict.svg</a:t>
          </a:r>
          <a:endParaRPr lang="ru-RU" sz="1400" dirty="0"/>
        </a:p>
      </dgm:t>
    </dgm:pt>
    <dgm:pt modelId="{E003A320-37A4-489F-B9D7-65E7A311D3D7}" type="parTrans" cxnId="{B2245F2F-52C9-4C01-9ECD-AF72DEDA9A5B}">
      <dgm:prSet/>
      <dgm:spPr/>
      <dgm:t>
        <a:bodyPr/>
        <a:lstStyle/>
        <a:p>
          <a:endParaRPr lang="ru-RU" sz="2000"/>
        </a:p>
      </dgm:t>
    </dgm:pt>
    <dgm:pt modelId="{7FD38335-7B28-4846-BA58-88E6DC66F5F5}" type="sibTrans" cxnId="{B2245F2F-52C9-4C01-9ECD-AF72DEDA9A5B}">
      <dgm:prSet/>
      <dgm:spPr/>
      <dgm:t>
        <a:bodyPr/>
        <a:lstStyle/>
        <a:p>
          <a:endParaRPr lang="ru-RU" sz="2000"/>
        </a:p>
      </dgm:t>
    </dgm:pt>
    <dgm:pt modelId="{504E695A-600F-4DC1-A000-3DA1F75336BF}">
      <dgm:prSet custT="1"/>
      <dgm:spPr/>
      <dgm:t>
        <a:bodyPr/>
        <a:lstStyle/>
        <a:p>
          <a:r>
            <a:rPr lang="en-US" sz="1400" dirty="0" smtClean="0"/>
            <a:t>style.css</a:t>
          </a:r>
          <a:endParaRPr lang="ru-RU" sz="1400" dirty="0"/>
        </a:p>
      </dgm:t>
    </dgm:pt>
    <dgm:pt modelId="{67C338E2-005E-455C-AC8C-DE70D40DD34B}" type="parTrans" cxnId="{83BD49AE-E208-4EF2-9E12-01F51214560E}">
      <dgm:prSet/>
      <dgm:spPr/>
      <dgm:t>
        <a:bodyPr/>
        <a:lstStyle/>
        <a:p>
          <a:endParaRPr lang="ru-RU" sz="2000"/>
        </a:p>
      </dgm:t>
    </dgm:pt>
    <dgm:pt modelId="{734846CA-D675-44A2-8729-0ACBA2EACA86}" type="sibTrans" cxnId="{83BD49AE-E208-4EF2-9E12-01F51214560E}">
      <dgm:prSet/>
      <dgm:spPr/>
      <dgm:t>
        <a:bodyPr/>
        <a:lstStyle/>
        <a:p>
          <a:endParaRPr lang="ru-RU" sz="2000"/>
        </a:p>
      </dgm:t>
    </dgm:pt>
    <dgm:pt modelId="{565030E8-104F-4D6E-9348-EC5A310DDEA5}" type="pres">
      <dgm:prSet presAssocID="{07B02C1D-343E-45CF-937A-0A01334DEC91}" presName="vert0" presStyleCnt="0">
        <dgm:presLayoutVars>
          <dgm:dir/>
          <dgm:animOne val="branch"/>
          <dgm:animLvl val="lvl"/>
        </dgm:presLayoutVars>
      </dgm:prSet>
      <dgm:spPr/>
      <dgm:t>
        <a:bodyPr/>
        <a:lstStyle/>
        <a:p>
          <a:endParaRPr lang="ru-RU"/>
        </a:p>
      </dgm:t>
    </dgm:pt>
    <dgm:pt modelId="{23733815-7964-4D87-859F-36F3DAAFC416}" type="pres">
      <dgm:prSet presAssocID="{0CC36784-C7A2-44A0-9C4C-35BE844BD166}" presName="thickLine" presStyleLbl="alignNode1" presStyleIdx="0" presStyleCnt="1"/>
      <dgm:spPr/>
    </dgm:pt>
    <dgm:pt modelId="{E081CB3B-C225-4D88-AEE8-2659BBF6CBF0}" type="pres">
      <dgm:prSet presAssocID="{0CC36784-C7A2-44A0-9C4C-35BE844BD166}" presName="horz1" presStyleCnt="0"/>
      <dgm:spPr/>
    </dgm:pt>
    <dgm:pt modelId="{8F7802D0-0112-4BFC-AD8B-5A5CA44835EF}" type="pres">
      <dgm:prSet presAssocID="{0CC36784-C7A2-44A0-9C4C-35BE844BD166}" presName="tx1" presStyleLbl="revTx" presStyleIdx="0" presStyleCnt="11"/>
      <dgm:spPr/>
      <dgm:t>
        <a:bodyPr/>
        <a:lstStyle/>
        <a:p>
          <a:endParaRPr lang="ru-RU"/>
        </a:p>
      </dgm:t>
    </dgm:pt>
    <dgm:pt modelId="{2A4190A1-A932-404B-B551-2AF150EAD07F}" type="pres">
      <dgm:prSet presAssocID="{0CC36784-C7A2-44A0-9C4C-35BE844BD166}" presName="vert1" presStyleCnt="0"/>
      <dgm:spPr/>
    </dgm:pt>
    <dgm:pt modelId="{26455A8B-FD55-4142-B83A-899F9AC59398}" type="pres">
      <dgm:prSet presAssocID="{F626E26C-8322-48FA-9D56-C0F699E54654}" presName="vertSpace2a" presStyleCnt="0"/>
      <dgm:spPr/>
    </dgm:pt>
    <dgm:pt modelId="{DCFC09F6-010E-4CCD-B1A3-3D9A6E4DC7FB}" type="pres">
      <dgm:prSet presAssocID="{F626E26C-8322-48FA-9D56-C0F699E54654}" presName="horz2" presStyleCnt="0"/>
      <dgm:spPr/>
    </dgm:pt>
    <dgm:pt modelId="{31181EC0-4DCD-47E4-90CD-41AE50434774}" type="pres">
      <dgm:prSet presAssocID="{F626E26C-8322-48FA-9D56-C0F699E54654}" presName="horzSpace2" presStyleCnt="0"/>
      <dgm:spPr/>
    </dgm:pt>
    <dgm:pt modelId="{E6F5457E-F62D-41FB-A1C2-14F94CEB1A5A}" type="pres">
      <dgm:prSet presAssocID="{F626E26C-8322-48FA-9D56-C0F699E54654}" presName="tx2" presStyleLbl="revTx" presStyleIdx="1" presStyleCnt="11"/>
      <dgm:spPr/>
      <dgm:t>
        <a:bodyPr/>
        <a:lstStyle/>
        <a:p>
          <a:endParaRPr lang="ru-RU"/>
        </a:p>
      </dgm:t>
    </dgm:pt>
    <dgm:pt modelId="{5ACE830F-4371-4CF3-837C-9592D036526B}" type="pres">
      <dgm:prSet presAssocID="{F626E26C-8322-48FA-9D56-C0F699E54654}" presName="vert2" presStyleCnt="0"/>
      <dgm:spPr/>
    </dgm:pt>
    <dgm:pt modelId="{65926BF4-8151-4F7D-8594-8C3147CC2CAA}" type="pres">
      <dgm:prSet presAssocID="{F626E26C-8322-48FA-9D56-C0F699E54654}" presName="thinLine2b" presStyleLbl="callout" presStyleIdx="0" presStyleCnt="8"/>
      <dgm:spPr/>
    </dgm:pt>
    <dgm:pt modelId="{F1E69B8B-E37E-413B-B2DA-809097CA924B}" type="pres">
      <dgm:prSet presAssocID="{F626E26C-8322-48FA-9D56-C0F699E54654}" presName="vertSpace2b" presStyleCnt="0"/>
      <dgm:spPr/>
    </dgm:pt>
    <dgm:pt modelId="{7F6C501F-BCB8-4690-912A-EC32B7B2BF12}" type="pres">
      <dgm:prSet presAssocID="{545088C3-6DA5-40A6-A69E-23E729DF983C}" presName="horz2" presStyleCnt="0"/>
      <dgm:spPr/>
    </dgm:pt>
    <dgm:pt modelId="{7184CA7A-E678-4812-99C5-17C6BBD822DD}" type="pres">
      <dgm:prSet presAssocID="{545088C3-6DA5-40A6-A69E-23E729DF983C}" presName="horzSpace2" presStyleCnt="0"/>
      <dgm:spPr/>
    </dgm:pt>
    <dgm:pt modelId="{AAEBB672-8532-4213-B316-4EE3CA1BCF9A}" type="pres">
      <dgm:prSet presAssocID="{545088C3-6DA5-40A6-A69E-23E729DF983C}" presName="tx2" presStyleLbl="revTx" presStyleIdx="2" presStyleCnt="11"/>
      <dgm:spPr/>
      <dgm:t>
        <a:bodyPr/>
        <a:lstStyle/>
        <a:p>
          <a:endParaRPr lang="ru-RU"/>
        </a:p>
      </dgm:t>
    </dgm:pt>
    <dgm:pt modelId="{7473449B-BF10-4803-8F99-4503F9176D2E}" type="pres">
      <dgm:prSet presAssocID="{545088C3-6DA5-40A6-A69E-23E729DF983C}" presName="vert2" presStyleCnt="0"/>
      <dgm:spPr/>
    </dgm:pt>
    <dgm:pt modelId="{2922DDE0-DB11-418E-8B5F-F3EFC87877E2}" type="pres">
      <dgm:prSet presAssocID="{6572BC78-20F8-43F1-AB43-1C992DA77129}" presName="horz3" presStyleCnt="0"/>
      <dgm:spPr/>
    </dgm:pt>
    <dgm:pt modelId="{461677B9-839D-43F6-8022-5AB74EA3C325}" type="pres">
      <dgm:prSet presAssocID="{6572BC78-20F8-43F1-AB43-1C992DA77129}" presName="horzSpace3" presStyleCnt="0"/>
      <dgm:spPr/>
    </dgm:pt>
    <dgm:pt modelId="{7C769B87-7350-49C7-AD16-E06119FE453C}" type="pres">
      <dgm:prSet presAssocID="{6572BC78-20F8-43F1-AB43-1C992DA77129}" presName="tx3" presStyleLbl="revTx" presStyleIdx="3" presStyleCnt="11"/>
      <dgm:spPr/>
      <dgm:t>
        <a:bodyPr/>
        <a:lstStyle/>
        <a:p>
          <a:endParaRPr lang="ru-RU"/>
        </a:p>
      </dgm:t>
    </dgm:pt>
    <dgm:pt modelId="{CB93B46F-4C28-49E4-AAE2-544615FBCEF5}" type="pres">
      <dgm:prSet presAssocID="{6572BC78-20F8-43F1-AB43-1C992DA77129}" presName="vert3" presStyleCnt="0"/>
      <dgm:spPr/>
    </dgm:pt>
    <dgm:pt modelId="{65B5837A-F050-4582-9D10-E4FCB3DCCD18}" type="pres">
      <dgm:prSet presAssocID="{86A5D723-3C93-4025-B823-E30DB11524F6}" presName="thinLine3" presStyleLbl="callout" presStyleIdx="1" presStyleCnt="8"/>
      <dgm:spPr/>
    </dgm:pt>
    <dgm:pt modelId="{67B03834-22D0-4285-9FC5-51D09908971B}" type="pres">
      <dgm:prSet presAssocID="{7035C7F3-E9A4-45D9-8AEC-E8E429F83E78}" presName="horz3" presStyleCnt="0"/>
      <dgm:spPr/>
    </dgm:pt>
    <dgm:pt modelId="{57500877-7DF6-435B-9C73-09E02A4A15D0}" type="pres">
      <dgm:prSet presAssocID="{7035C7F3-E9A4-45D9-8AEC-E8E429F83E78}" presName="horzSpace3" presStyleCnt="0"/>
      <dgm:spPr/>
    </dgm:pt>
    <dgm:pt modelId="{9889D25D-786E-4C4F-B497-588727B09ECA}" type="pres">
      <dgm:prSet presAssocID="{7035C7F3-E9A4-45D9-8AEC-E8E429F83E78}" presName="tx3" presStyleLbl="revTx" presStyleIdx="4" presStyleCnt="11"/>
      <dgm:spPr/>
      <dgm:t>
        <a:bodyPr/>
        <a:lstStyle/>
        <a:p>
          <a:endParaRPr lang="ru-RU"/>
        </a:p>
      </dgm:t>
    </dgm:pt>
    <dgm:pt modelId="{4780ACF5-AD67-4FA9-9B2A-1EB9666679D9}" type="pres">
      <dgm:prSet presAssocID="{7035C7F3-E9A4-45D9-8AEC-E8E429F83E78}" presName="vert3" presStyleCnt="0"/>
      <dgm:spPr/>
    </dgm:pt>
    <dgm:pt modelId="{FCD44B24-5DB3-4362-B187-515B1345EE35}" type="pres">
      <dgm:prSet presAssocID="{AB6781A1-BB07-49A4-A43D-3D03AFF1BCEE}" presName="thinLine3" presStyleLbl="callout" presStyleIdx="2" presStyleCnt="8"/>
      <dgm:spPr/>
    </dgm:pt>
    <dgm:pt modelId="{DDD9FADA-3C35-4F86-834D-C7A9408ED2B2}" type="pres">
      <dgm:prSet presAssocID="{1A00068E-EB26-4796-A8A3-0FC9FEB5D65F}" presName="horz3" presStyleCnt="0"/>
      <dgm:spPr/>
    </dgm:pt>
    <dgm:pt modelId="{C3C14EEA-E49A-4743-9822-E99788506472}" type="pres">
      <dgm:prSet presAssocID="{1A00068E-EB26-4796-A8A3-0FC9FEB5D65F}" presName="horzSpace3" presStyleCnt="0"/>
      <dgm:spPr/>
    </dgm:pt>
    <dgm:pt modelId="{E649FFCB-324E-4117-A8BF-806D1DD28977}" type="pres">
      <dgm:prSet presAssocID="{1A00068E-EB26-4796-A8A3-0FC9FEB5D65F}" presName="tx3" presStyleLbl="revTx" presStyleIdx="5" presStyleCnt="11"/>
      <dgm:spPr/>
      <dgm:t>
        <a:bodyPr/>
        <a:lstStyle/>
        <a:p>
          <a:endParaRPr lang="ru-RU"/>
        </a:p>
      </dgm:t>
    </dgm:pt>
    <dgm:pt modelId="{8817DB5C-3BF1-42D0-B4D4-8FBB91E4E5C1}" type="pres">
      <dgm:prSet presAssocID="{1A00068E-EB26-4796-A8A3-0FC9FEB5D65F}" presName="vert3" presStyleCnt="0"/>
      <dgm:spPr/>
    </dgm:pt>
    <dgm:pt modelId="{5AEEF9D2-6DC6-4257-B952-8D194CAD4AC5}" type="pres">
      <dgm:prSet presAssocID="{9DF18F56-0474-4E95-9313-5EF5E4B72DE1}" presName="thinLine3" presStyleLbl="callout" presStyleIdx="3" presStyleCnt="8"/>
      <dgm:spPr/>
      <dgm:t>
        <a:bodyPr/>
        <a:lstStyle/>
        <a:p>
          <a:endParaRPr lang="ru-RU"/>
        </a:p>
      </dgm:t>
    </dgm:pt>
    <dgm:pt modelId="{06F293AC-1C5F-4979-83F9-649A4A1EFDEB}" type="pres">
      <dgm:prSet presAssocID="{C5A887A2-2BB5-4553-A66D-C84B2604CC7E}" presName="horz3" presStyleCnt="0"/>
      <dgm:spPr/>
    </dgm:pt>
    <dgm:pt modelId="{298F9134-837B-47AE-9A0A-5BFF7E95FBCD}" type="pres">
      <dgm:prSet presAssocID="{C5A887A2-2BB5-4553-A66D-C84B2604CC7E}" presName="horzSpace3" presStyleCnt="0"/>
      <dgm:spPr/>
    </dgm:pt>
    <dgm:pt modelId="{D798A13F-EC00-4D52-A650-905676E3DECF}" type="pres">
      <dgm:prSet presAssocID="{C5A887A2-2BB5-4553-A66D-C84B2604CC7E}" presName="tx3" presStyleLbl="revTx" presStyleIdx="6" presStyleCnt="11"/>
      <dgm:spPr/>
      <dgm:t>
        <a:bodyPr/>
        <a:lstStyle/>
        <a:p>
          <a:endParaRPr lang="ru-RU"/>
        </a:p>
      </dgm:t>
    </dgm:pt>
    <dgm:pt modelId="{6F95AE8B-42DE-4E94-8A06-CEF7D2C88478}" type="pres">
      <dgm:prSet presAssocID="{C5A887A2-2BB5-4553-A66D-C84B2604CC7E}" presName="vert3" presStyleCnt="0"/>
      <dgm:spPr/>
    </dgm:pt>
    <dgm:pt modelId="{EC5DE6F7-F480-4AB4-B7D1-B61177F82FEA}" type="pres">
      <dgm:prSet presAssocID="{545088C3-6DA5-40A6-A69E-23E729DF983C}" presName="thinLine2b" presStyleLbl="callout" presStyleIdx="4" presStyleCnt="8"/>
      <dgm:spPr/>
    </dgm:pt>
    <dgm:pt modelId="{59703B3B-F2F1-46BC-A67B-56EBC9432173}" type="pres">
      <dgm:prSet presAssocID="{545088C3-6DA5-40A6-A69E-23E729DF983C}" presName="vertSpace2b" presStyleCnt="0"/>
      <dgm:spPr/>
    </dgm:pt>
    <dgm:pt modelId="{65F22965-F68C-4804-979E-4572A673246C}" type="pres">
      <dgm:prSet presAssocID="{51B7AE94-5D8E-4B25-B7D8-8469B2B224F2}" presName="horz2" presStyleCnt="0"/>
      <dgm:spPr/>
    </dgm:pt>
    <dgm:pt modelId="{9A8C5335-E4E7-4BF2-BADF-A9E6150D9CC2}" type="pres">
      <dgm:prSet presAssocID="{51B7AE94-5D8E-4B25-B7D8-8469B2B224F2}" presName="horzSpace2" presStyleCnt="0"/>
      <dgm:spPr/>
    </dgm:pt>
    <dgm:pt modelId="{DA646B64-E8A2-456C-AF60-49B1C3502B54}" type="pres">
      <dgm:prSet presAssocID="{51B7AE94-5D8E-4B25-B7D8-8469B2B224F2}" presName="tx2" presStyleLbl="revTx" presStyleIdx="7" presStyleCnt="11"/>
      <dgm:spPr/>
      <dgm:t>
        <a:bodyPr/>
        <a:lstStyle/>
        <a:p>
          <a:endParaRPr lang="ru-RU"/>
        </a:p>
      </dgm:t>
    </dgm:pt>
    <dgm:pt modelId="{00783CC5-DEAF-4E68-815E-A9AEECCCE919}" type="pres">
      <dgm:prSet presAssocID="{51B7AE94-5D8E-4B25-B7D8-8469B2B224F2}" presName="vert2" presStyleCnt="0"/>
      <dgm:spPr/>
    </dgm:pt>
    <dgm:pt modelId="{859D7C83-7C17-4E86-B5A1-21CC39973685}" type="pres">
      <dgm:prSet presAssocID="{504E695A-600F-4DC1-A000-3DA1F75336BF}" presName="horz3" presStyleCnt="0"/>
      <dgm:spPr/>
    </dgm:pt>
    <dgm:pt modelId="{D7967C3E-BCDF-473F-9C68-A801A99155CB}" type="pres">
      <dgm:prSet presAssocID="{504E695A-600F-4DC1-A000-3DA1F75336BF}" presName="horzSpace3" presStyleCnt="0"/>
      <dgm:spPr/>
    </dgm:pt>
    <dgm:pt modelId="{6F432B1C-D287-4CF4-BCAC-3398F1B59383}" type="pres">
      <dgm:prSet presAssocID="{504E695A-600F-4DC1-A000-3DA1F75336BF}" presName="tx3" presStyleLbl="revTx" presStyleIdx="8" presStyleCnt="11"/>
      <dgm:spPr/>
      <dgm:t>
        <a:bodyPr/>
        <a:lstStyle/>
        <a:p>
          <a:endParaRPr lang="ru-RU"/>
        </a:p>
      </dgm:t>
    </dgm:pt>
    <dgm:pt modelId="{281017C9-5009-47A2-B28C-54D94D0E3D6B}" type="pres">
      <dgm:prSet presAssocID="{504E695A-600F-4DC1-A000-3DA1F75336BF}" presName="vert3" presStyleCnt="0"/>
      <dgm:spPr/>
    </dgm:pt>
    <dgm:pt modelId="{C9324650-8C21-4D11-971B-35772B8E499F}" type="pres">
      <dgm:prSet presAssocID="{51B7AE94-5D8E-4B25-B7D8-8469B2B224F2}" presName="thinLine2b" presStyleLbl="callout" presStyleIdx="5" presStyleCnt="8"/>
      <dgm:spPr/>
    </dgm:pt>
    <dgm:pt modelId="{F91F6FF5-299C-43D7-9423-AC99F18A8B7C}" type="pres">
      <dgm:prSet presAssocID="{51B7AE94-5D8E-4B25-B7D8-8469B2B224F2}" presName="vertSpace2b" presStyleCnt="0"/>
      <dgm:spPr/>
    </dgm:pt>
    <dgm:pt modelId="{FDBFEB36-2D2A-49F4-8DAF-4F966C572961}" type="pres">
      <dgm:prSet presAssocID="{61396300-8A00-48EE-AE25-B16C22F663C4}" presName="horz2" presStyleCnt="0"/>
      <dgm:spPr/>
    </dgm:pt>
    <dgm:pt modelId="{F7D1BED6-3D95-4949-B52A-417C27B5980B}" type="pres">
      <dgm:prSet presAssocID="{61396300-8A00-48EE-AE25-B16C22F663C4}" presName="horzSpace2" presStyleCnt="0"/>
      <dgm:spPr/>
    </dgm:pt>
    <dgm:pt modelId="{A34343AA-5391-46C0-8B7B-CD3F9C9976E8}" type="pres">
      <dgm:prSet presAssocID="{61396300-8A00-48EE-AE25-B16C22F663C4}" presName="tx2" presStyleLbl="revTx" presStyleIdx="9" presStyleCnt="11"/>
      <dgm:spPr/>
      <dgm:t>
        <a:bodyPr/>
        <a:lstStyle/>
        <a:p>
          <a:endParaRPr lang="ru-RU"/>
        </a:p>
      </dgm:t>
    </dgm:pt>
    <dgm:pt modelId="{9D1F4F2B-860D-4FB7-8A58-B4EB0E445EFD}" type="pres">
      <dgm:prSet presAssocID="{61396300-8A00-48EE-AE25-B16C22F663C4}" presName="vert2" presStyleCnt="0"/>
      <dgm:spPr/>
    </dgm:pt>
    <dgm:pt modelId="{3ED8535F-5815-4623-959D-14CCF280024F}" type="pres">
      <dgm:prSet presAssocID="{61396300-8A00-48EE-AE25-B16C22F663C4}" presName="thinLine2b" presStyleLbl="callout" presStyleIdx="6" presStyleCnt="8"/>
      <dgm:spPr/>
    </dgm:pt>
    <dgm:pt modelId="{D135811B-68E7-4721-9652-E2A81913F7CE}" type="pres">
      <dgm:prSet presAssocID="{61396300-8A00-48EE-AE25-B16C22F663C4}" presName="vertSpace2b" presStyleCnt="0"/>
      <dgm:spPr/>
    </dgm:pt>
    <dgm:pt modelId="{C20F4001-2FC4-4F38-A116-F6789D8C35D6}" type="pres">
      <dgm:prSet presAssocID="{5FE15FAA-2D51-4DCE-8A09-2D9615F84F6B}" presName="horz2" presStyleCnt="0"/>
      <dgm:spPr/>
    </dgm:pt>
    <dgm:pt modelId="{F7812591-ED05-4F40-ACCA-E1D4791088B8}" type="pres">
      <dgm:prSet presAssocID="{5FE15FAA-2D51-4DCE-8A09-2D9615F84F6B}" presName="horzSpace2" presStyleCnt="0"/>
      <dgm:spPr/>
    </dgm:pt>
    <dgm:pt modelId="{6265DAC8-726A-4747-AC6A-553C167736CF}" type="pres">
      <dgm:prSet presAssocID="{5FE15FAA-2D51-4DCE-8A09-2D9615F84F6B}" presName="tx2" presStyleLbl="revTx" presStyleIdx="10" presStyleCnt="11"/>
      <dgm:spPr/>
      <dgm:t>
        <a:bodyPr/>
        <a:lstStyle/>
        <a:p>
          <a:endParaRPr lang="ru-RU"/>
        </a:p>
      </dgm:t>
    </dgm:pt>
    <dgm:pt modelId="{F5DEB1DB-6463-45C8-8EB5-C5A29FEE3C6E}" type="pres">
      <dgm:prSet presAssocID="{5FE15FAA-2D51-4DCE-8A09-2D9615F84F6B}" presName="vert2" presStyleCnt="0"/>
      <dgm:spPr/>
    </dgm:pt>
    <dgm:pt modelId="{94C4C4B7-149C-493E-B19C-AA1438DD2747}" type="pres">
      <dgm:prSet presAssocID="{5FE15FAA-2D51-4DCE-8A09-2D9615F84F6B}" presName="thinLine2b" presStyleLbl="callout" presStyleIdx="7" presStyleCnt="8"/>
      <dgm:spPr/>
    </dgm:pt>
    <dgm:pt modelId="{70A83805-2AB4-4243-841E-88102A947B7B}" type="pres">
      <dgm:prSet presAssocID="{5FE15FAA-2D51-4DCE-8A09-2D9615F84F6B}" presName="vertSpace2b" presStyleCnt="0"/>
      <dgm:spPr/>
    </dgm:pt>
  </dgm:ptLst>
  <dgm:cxnLst>
    <dgm:cxn modelId="{28F6AE75-577E-4317-B3EB-14D4634879E4}" type="presOf" srcId="{545088C3-6DA5-40A6-A69E-23E729DF983C}" destId="{AAEBB672-8532-4213-B316-4EE3CA1BCF9A}" srcOrd="0" destOrd="0" presId="urn:microsoft.com/office/officeart/2008/layout/LinedList"/>
    <dgm:cxn modelId="{413402A1-6992-4558-9F27-7C5752563A21}" srcId="{545088C3-6DA5-40A6-A69E-23E729DF983C}" destId="{6572BC78-20F8-43F1-AB43-1C992DA77129}" srcOrd="0" destOrd="0" parTransId="{06CBC080-0608-45FD-A621-5965735D44FC}" sibTransId="{86A5D723-3C93-4025-B823-E30DB11524F6}"/>
    <dgm:cxn modelId="{83BD49AE-E208-4EF2-9E12-01F51214560E}" srcId="{51B7AE94-5D8E-4B25-B7D8-8469B2B224F2}" destId="{504E695A-600F-4DC1-A000-3DA1F75336BF}" srcOrd="0" destOrd="0" parTransId="{67C338E2-005E-455C-AC8C-DE70D40DD34B}" sibTransId="{734846CA-D675-44A2-8729-0ACBA2EACA86}"/>
    <dgm:cxn modelId="{48E82DD1-F44F-4E61-BAC9-24002753F0B8}" srcId="{07B02C1D-343E-45CF-937A-0A01334DEC91}" destId="{0CC36784-C7A2-44A0-9C4C-35BE844BD166}" srcOrd="0" destOrd="0" parTransId="{012C42F6-A658-4DB5-AD2E-731C80DA8FDB}" sibTransId="{77FBCEE9-B667-47A6-88D0-166D9B771CBF}"/>
    <dgm:cxn modelId="{07D34249-6CA7-4E6E-A07B-CA123E13E3AB}" type="presOf" srcId="{61396300-8A00-48EE-AE25-B16C22F663C4}" destId="{A34343AA-5391-46C0-8B7B-CD3F9C9976E8}" srcOrd="0" destOrd="0" presId="urn:microsoft.com/office/officeart/2008/layout/LinedList"/>
    <dgm:cxn modelId="{F6DF0826-A3DE-4CFE-B030-BE15BEA8AA8B}" type="presOf" srcId="{C5A887A2-2BB5-4553-A66D-C84B2604CC7E}" destId="{D798A13F-EC00-4D52-A650-905676E3DECF}" srcOrd="0" destOrd="0" presId="urn:microsoft.com/office/officeart/2008/layout/LinedList"/>
    <dgm:cxn modelId="{B2245F2F-52C9-4C01-9ECD-AF72DEDA9A5B}" srcId="{545088C3-6DA5-40A6-A69E-23E729DF983C}" destId="{C5A887A2-2BB5-4553-A66D-C84B2604CC7E}" srcOrd="3" destOrd="0" parTransId="{E003A320-37A4-489F-B9D7-65E7A311D3D7}" sibTransId="{7FD38335-7B28-4846-BA58-88E6DC66F5F5}"/>
    <dgm:cxn modelId="{5B2E973C-53B1-42DC-B0C5-7E9E9603401F}" srcId="{0CC36784-C7A2-44A0-9C4C-35BE844BD166}" destId="{61396300-8A00-48EE-AE25-B16C22F663C4}" srcOrd="3" destOrd="0" parTransId="{92C1C7AB-C049-4B74-9CC2-BB61C5FA0B35}" sibTransId="{AB012960-F7F9-4D00-BFCC-C686C850720D}"/>
    <dgm:cxn modelId="{79BAFA79-62B6-4841-B689-5C7209426D14}" srcId="{0CC36784-C7A2-44A0-9C4C-35BE844BD166}" destId="{51B7AE94-5D8E-4B25-B7D8-8469B2B224F2}" srcOrd="2" destOrd="0" parTransId="{3E8F9795-9149-4C50-8DF0-A8E1F6095EDA}" sibTransId="{18AEB563-1B57-4291-9030-DFC041E20CF4}"/>
    <dgm:cxn modelId="{B0D3D047-3EF0-470E-B9CB-2C1FDCB3A9B2}" type="presOf" srcId="{51B7AE94-5D8E-4B25-B7D8-8469B2B224F2}" destId="{DA646B64-E8A2-456C-AF60-49B1C3502B54}" srcOrd="0" destOrd="0" presId="urn:microsoft.com/office/officeart/2008/layout/LinedList"/>
    <dgm:cxn modelId="{4BD39892-9363-4260-A2A7-59184E07986C}" srcId="{545088C3-6DA5-40A6-A69E-23E729DF983C}" destId="{1A00068E-EB26-4796-A8A3-0FC9FEB5D65F}" srcOrd="2" destOrd="0" parTransId="{CDF29430-F00D-4359-8BFA-CFE860A58974}" sibTransId="{9DF18F56-0474-4E95-9313-5EF5E4B72DE1}"/>
    <dgm:cxn modelId="{1AE699CE-F9A8-4736-91AD-A841BB3E3126}" srcId="{0CC36784-C7A2-44A0-9C4C-35BE844BD166}" destId="{F626E26C-8322-48FA-9D56-C0F699E54654}" srcOrd="0" destOrd="0" parTransId="{DA335E10-FA10-4D29-8958-AE0F0C446140}" sibTransId="{39F7FD87-E115-477F-9F32-0568ACDE3DA3}"/>
    <dgm:cxn modelId="{5E022325-9BE5-43CC-868E-D1715CA321A0}" type="presOf" srcId="{5FE15FAA-2D51-4DCE-8A09-2D9615F84F6B}" destId="{6265DAC8-726A-4747-AC6A-553C167736CF}" srcOrd="0" destOrd="0" presId="urn:microsoft.com/office/officeart/2008/layout/LinedList"/>
    <dgm:cxn modelId="{98B548A5-8144-45FC-89C8-7319B27AB85E}" type="presOf" srcId="{F626E26C-8322-48FA-9D56-C0F699E54654}" destId="{E6F5457E-F62D-41FB-A1C2-14F94CEB1A5A}" srcOrd="0" destOrd="0" presId="urn:microsoft.com/office/officeart/2008/layout/LinedList"/>
    <dgm:cxn modelId="{D4087F34-FC6A-4C27-A0FF-53C90BADD684}" type="presOf" srcId="{1A00068E-EB26-4796-A8A3-0FC9FEB5D65F}" destId="{E649FFCB-324E-4117-A8BF-806D1DD28977}" srcOrd="0" destOrd="0" presId="urn:microsoft.com/office/officeart/2008/layout/LinedList"/>
    <dgm:cxn modelId="{2F3099C8-2578-49B6-97B9-27969C14E56E}" type="presOf" srcId="{504E695A-600F-4DC1-A000-3DA1F75336BF}" destId="{6F432B1C-D287-4CF4-BCAC-3398F1B59383}" srcOrd="0" destOrd="0" presId="urn:microsoft.com/office/officeart/2008/layout/LinedList"/>
    <dgm:cxn modelId="{60A132F6-65B5-471B-B0C0-7F89502032E1}" type="presOf" srcId="{0CC36784-C7A2-44A0-9C4C-35BE844BD166}" destId="{8F7802D0-0112-4BFC-AD8B-5A5CA44835EF}" srcOrd="0" destOrd="0" presId="urn:microsoft.com/office/officeart/2008/layout/LinedList"/>
    <dgm:cxn modelId="{28651A6E-EBAA-4C9E-AF34-327C4DD9F863}" srcId="{545088C3-6DA5-40A6-A69E-23E729DF983C}" destId="{7035C7F3-E9A4-45D9-8AEC-E8E429F83E78}" srcOrd="1" destOrd="0" parTransId="{0D4992A6-614E-476A-93E6-8ABDDE23CD5C}" sibTransId="{AB6781A1-BB07-49A4-A43D-3D03AFF1BCEE}"/>
    <dgm:cxn modelId="{E22B2EF1-709D-4FF2-8DE4-06133284E66A}" type="presOf" srcId="{07B02C1D-343E-45CF-937A-0A01334DEC91}" destId="{565030E8-104F-4D6E-9348-EC5A310DDEA5}" srcOrd="0" destOrd="0" presId="urn:microsoft.com/office/officeart/2008/layout/LinedList"/>
    <dgm:cxn modelId="{6DC40E5E-1FE5-4A00-84D8-6D59C4303A13}" type="presOf" srcId="{7035C7F3-E9A4-45D9-8AEC-E8E429F83E78}" destId="{9889D25D-786E-4C4F-B497-588727B09ECA}" srcOrd="0" destOrd="0" presId="urn:microsoft.com/office/officeart/2008/layout/LinedList"/>
    <dgm:cxn modelId="{66B9903B-BE0E-43C7-9CBD-839C790D24B9}" srcId="{0CC36784-C7A2-44A0-9C4C-35BE844BD166}" destId="{5FE15FAA-2D51-4DCE-8A09-2D9615F84F6B}" srcOrd="4" destOrd="0" parTransId="{F798D68A-3CED-4BF1-A899-CF6225E97406}" sibTransId="{B4B04F37-1242-468E-8EE6-842DF70D7B4C}"/>
    <dgm:cxn modelId="{19412EAD-BA53-4628-9F4C-A8529F5CF4A7}" type="presOf" srcId="{6572BC78-20F8-43F1-AB43-1C992DA77129}" destId="{7C769B87-7350-49C7-AD16-E06119FE453C}" srcOrd="0" destOrd="0" presId="urn:microsoft.com/office/officeart/2008/layout/LinedList"/>
    <dgm:cxn modelId="{F5D47A1D-08D6-498C-9CDE-20B636B2041D}" srcId="{0CC36784-C7A2-44A0-9C4C-35BE844BD166}" destId="{545088C3-6DA5-40A6-A69E-23E729DF983C}" srcOrd="1" destOrd="0" parTransId="{9D79B25E-D838-4921-8E77-BC0418A415FF}" sibTransId="{88497F58-B135-48D0-A5A6-8DFCB7166536}"/>
    <dgm:cxn modelId="{70C9317B-BF2B-448C-9C5C-8E28A8D65DE6}" type="presParOf" srcId="{565030E8-104F-4D6E-9348-EC5A310DDEA5}" destId="{23733815-7964-4D87-859F-36F3DAAFC416}" srcOrd="0" destOrd="0" presId="urn:microsoft.com/office/officeart/2008/layout/LinedList"/>
    <dgm:cxn modelId="{022B29EE-F143-4D90-8A83-A8F5A4D3609C}" type="presParOf" srcId="{565030E8-104F-4D6E-9348-EC5A310DDEA5}" destId="{E081CB3B-C225-4D88-AEE8-2659BBF6CBF0}" srcOrd="1" destOrd="0" presId="urn:microsoft.com/office/officeart/2008/layout/LinedList"/>
    <dgm:cxn modelId="{42768FE0-3D27-435F-B4E3-73820AE05042}" type="presParOf" srcId="{E081CB3B-C225-4D88-AEE8-2659BBF6CBF0}" destId="{8F7802D0-0112-4BFC-AD8B-5A5CA44835EF}" srcOrd="0" destOrd="0" presId="urn:microsoft.com/office/officeart/2008/layout/LinedList"/>
    <dgm:cxn modelId="{33DA2DCD-9FC8-48FA-A344-E567FF2EACD3}" type="presParOf" srcId="{E081CB3B-C225-4D88-AEE8-2659BBF6CBF0}" destId="{2A4190A1-A932-404B-B551-2AF150EAD07F}" srcOrd="1" destOrd="0" presId="urn:microsoft.com/office/officeart/2008/layout/LinedList"/>
    <dgm:cxn modelId="{6095C1F7-5398-4106-94B9-260D825C1503}" type="presParOf" srcId="{2A4190A1-A932-404B-B551-2AF150EAD07F}" destId="{26455A8B-FD55-4142-B83A-899F9AC59398}" srcOrd="0" destOrd="0" presId="urn:microsoft.com/office/officeart/2008/layout/LinedList"/>
    <dgm:cxn modelId="{6D9A0523-2915-41E0-A320-6DCD956DF5DC}" type="presParOf" srcId="{2A4190A1-A932-404B-B551-2AF150EAD07F}" destId="{DCFC09F6-010E-4CCD-B1A3-3D9A6E4DC7FB}" srcOrd="1" destOrd="0" presId="urn:microsoft.com/office/officeart/2008/layout/LinedList"/>
    <dgm:cxn modelId="{7C65075E-82A3-4E62-BE34-8EEA43D0FF3D}" type="presParOf" srcId="{DCFC09F6-010E-4CCD-B1A3-3D9A6E4DC7FB}" destId="{31181EC0-4DCD-47E4-90CD-41AE50434774}" srcOrd="0" destOrd="0" presId="urn:microsoft.com/office/officeart/2008/layout/LinedList"/>
    <dgm:cxn modelId="{AE2EEA63-3827-496F-827F-EA217103F26C}" type="presParOf" srcId="{DCFC09F6-010E-4CCD-B1A3-3D9A6E4DC7FB}" destId="{E6F5457E-F62D-41FB-A1C2-14F94CEB1A5A}" srcOrd="1" destOrd="0" presId="urn:microsoft.com/office/officeart/2008/layout/LinedList"/>
    <dgm:cxn modelId="{7BF0A2B2-CE70-45C4-9E00-FE5079A893F3}" type="presParOf" srcId="{DCFC09F6-010E-4CCD-B1A3-3D9A6E4DC7FB}" destId="{5ACE830F-4371-4CF3-837C-9592D036526B}" srcOrd="2" destOrd="0" presId="urn:microsoft.com/office/officeart/2008/layout/LinedList"/>
    <dgm:cxn modelId="{C58F5C6F-47B9-4599-AC6D-FF2E5D4CAC05}" type="presParOf" srcId="{2A4190A1-A932-404B-B551-2AF150EAD07F}" destId="{65926BF4-8151-4F7D-8594-8C3147CC2CAA}" srcOrd="2" destOrd="0" presId="urn:microsoft.com/office/officeart/2008/layout/LinedList"/>
    <dgm:cxn modelId="{2CBF4643-38E5-4EFA-97B7-7414922AC105}" type="presParOf" srcId="{2A4190A1-A932-404B-B551-2AF150EAD07F}" destId="{F1E69B8B-E37E-413B-B2DA-809097CA924B}" srcOrd="3" destOrd="0" presId="urn:microsoft.com/office/officeart/2008/layout/LinedList"/>
    <dgm:cxn modelId="{F49F9BDF-9491-49B7-A093-9BAE34C77A9C}" type="presParOf" srcId="{2A4190A1-A932-404B-B551-2AF150EAD07F}" destId="{7F6C501F-BCB8-4690-912A-EC32B7B2BF12}" srcOrd="4" destOrd="0" presId="urn:microsoft.com/office/officeart/2008/layout/LinedList"/>
    <dgm:cxn modelId="{FD12A665-4FE5-4108-A2B7-13FD7F98857A}" type="presParOf" srcId="{7F6C501F-BCB8-4690-912A-EC32B7B2BF12}" destId="{7184CA7A-E678-4812-99C5-17C6BBD822DD}" srcOrd="0" destOrd="0" presId="urn:microsoft.com/office/officeart/2008/layout/LinedList"/>
    <dgm:cxn modelId="{3A54E385-174E-400E-BE00-3CE7EC69CE52}" type="presParOf" srcId="{7F6C501F-BCB8-4690-912A-EC32B7B2BF12}" destId="{AAEBB672-8532-4213-B316-4EE3CA1BCF9A}" srcOrd="1" destOrd="0" presId="urn:microsoft.com/office/officeart/2008/layout/LinedList"/>
    <dgm:cxn modelId="{6E765BB8-4685-4906-95A7-C6A6A7B2F2DB}" type="presParOf" srcId="{7F6C501F-BCB8-4690-912A-EC32B7B2BF12}" destId="{7473449B-BF10-4803-8F99-4503F9176D2E}" srcOrd="2" destOrd="0" presId="urn:microsoft.com/office/officeart/2008/layout/LinedList"/>
    <dgm:cxn modelId="{547D1610-19DB-40C7-BFB5-D105C623236C}" type="presParOf" srcId="{7473449B-BF10-4803-8F99-4503F9176D2E}" destId="{2922DDE0-DB11-418E-8B5F-F3EFC87877E2}" srcOrd="0" destOrd="0" presId="urn:microsoft.com/office/officeart/2008/layout/LinedList"/>
    <dgm:cxn modelId="{D3EAC333-B722-4238-82ED-9F2C6AD8CA77}" type="presParOf" srcId="{2922DDE0-DB11-418E-8B5F-F3EFC87877E2}" destId="{461677B9-839D-43F6-8022-5AB74EA3C325}" srcOrd="0" destOrd="0" presId="urn:microsoft.com/office/officeart/2008/layout/LinedList"/>
    <dgm:cxn modelId="{8130F07A-F58A-4D0C-9561-C3DC2C727FEA}" type="presParOf" srcId="{2922DDE0-DB11-418E-8B5F-F3EFC87877E2}" destId="{7C769B87-7350-49C7-AD16-E06119FE453C}" srcOrd="1" destOrd="0" presId="urn:microsoft.com/office/officeart/2008/layout/LinedList"/>
    <dgm:cxn modelId="{EE58D98E-506B-4099-B921-3B2B59EF82D5}" type="presParOf" srcId="{2922DDE0-DB11-418E-8B5F-F3EFC87877E2}" destId="{CB93B46F-4C28-49E4-AAE2-544615FBCEF5}" srcOrd="2" destOrd="0" presId="urn:microsoft.com/office/officeart/2008/layout/LinedList"/>
    <dgm:cxn modelId="{7BB22DC0-659E-4887-B110-DEF737335F80}" type="presParOf" srcId="{7473449B-BF10-4803-8F99-4503F9176D2E}" destId="{65B5837A-F050-4582-9D10-E4FCB3DCCD18}" srcOrd="1" destOrd="0" presId="urn:microsoft.com/office/officeart/2008/layout/LinedList"/>
    <dgm:cxn modelId="{2C1DD173-9610-4274-AA26-F7B5406C0D63}" type="presParOf" srcId="{7473449B-BF10-4803-8F99-4503F9176D2E}" destId="{67B03834-22D0-4285-9FC5-51D09908971B}" srcOrd="2" destOrd="0" presId="urn:microsoft.com/office/officeart/2008/layout/LinedList"/>
    <dgm:cxn modelId="{A4B51ACE-D2B1-47FF-9CF2-429B5EFAAB7E}" type="presParOf" srcId="{67B03834-22D0-4285-9FC5-51D09908971B}" destId="{57500877-7DF6-435B-9C73-09E02A4A15D0}" srcOrd="0" destOrd="0" presId="urn:microsoft.com/office/officeart/2008/layout/LinedList"/>
    <dgm:cxn modelId="{EF5A8211-AA27-4E39-93FC-C0C4A1C4BFA3}" type="presParOf" srcId="{67B03834-22D0-4285-9FC5-51D09908971B}" destId="{9889D25D-786E-4C4F-B497-588727B09ECA}" srcOrd="1" destOrd="0" presId="urn:microsoft.com/office/officeart/2008/layout/LinedList"/>
    <dgm:cxn modelId="{BC14B371-176D-40D3-AE34-3992B8359BD6}" type="presParOf" srcId="{67B03834-22D0-4285-9FC5-51D09908971B}" destId="{4780ACF5-AD67-4FA9-9B2A-1EB9666679D9}" srcOrd="2" destOrd="0" presId="urn:microsoft.com/office/officeart/2008/layout/LinedList"/>
    <dgm:cxn modelId="{6378EC29-0E6C-4095-A5FD-2F0106652DAB}" type="presParOf" srcId="{7473449B-BF10-4803-8F99-4503F9176D2E}" destId="{FCD44B24-5DB3-4362-B187-515B1345EE35}" srcOrd="3" destOrd="0" presId="urn:microsoft.com/office/officeart/2008/layout/LinedList"/>
    <dgm:cxn modelId="{F1362046-DFE8-4045-995F-6A47607AA47D}" type="presParOf" srcId="{7473449B-BF10-4803-8F99-4503F9176D2E}" destId="{DDD9FADA-3C35-4F86-834D-C7A9408ED2B2}" srcOrd="4" destOrd="0" presId="urn:microsoft.com/office/officeart/2008/layout/LinedList"/>
    <dgm:cxn modelId="{7A5D39F3-CB94-4861-9C11-980A4988E5C5}" type="presParOf" srcId="{DDD9FADA-3C35-4F86-834D-C7A9408ED2B2}" destId="{C3C14EEA-E49A-4743-9822-E99788506472}" srcOrd="0" destOrd="0" presId="urn:microsoft.com/office/officeart/2008/layout/LinedList"/>
    <dgm:cxn modelId="{D537D773-227C-4CF5-BC6C-D418CD1EF34C}" type="presParOf" srcId="{DDD9FADA-3C35-4F86-834D-C7A9408ED2B2}" destId="{E649FFCB-324E-4117-A8BF-806D1DD28977}" srcOrd="1" destOrd="0" presId="urn:microsoft.com/office/officeart/2008/layout/LinedList"/>
    <dgm:cxn modelId="{1939FBA9-8480-453D-9A73-3B70BFBA8635}" type="presParOf" srcId="{DDD9FADA-3C35-4F86-834D-C7A9408ED2B2}" destId="{8817DB5C-3BF1-42D0-B4D4-8FBB91E4E5C1}" srcOrd="2" destOrd="0" presId="urn:microsoft.com/office/officeart/2008/layout/LinedList"/>
    <dgm:cxn modelId="{CFD4D636-F531-4F91-BC73-5CF216951AB8}" type="presParOf" srcId="{7473449B-BF10-4803-8F99-4503F9176D2E}" destId="{5AEEF9D2-6DC6-4257-B952-8D194CAD4AC5}" srcOrd="5" destOrd="0" presId="urn:microsoft.com/office/officeart/2008/layout/LinedList"/>
    <dgm:cxn modelId="{253BDDF3-ED78-401C-9A0E-63CFC11FA239}" type="presParOf" srcId="{7473449B-BF10-4803-8F99-4503F9176D2E}" destId="{06F293AC-1C5F-4979-83F9-649A4A1EFDEB}" srcOrd="6" destOrd="0" presId="urn:microsoft.com/office/officeart/2008/layout/LinedList"/>
    <dgm:cxn modelId="{65119011-9458-4AA0-8028-367B4675C249}" type="presParOf" srcId="{06F293AC-1C5F-4979-83F9-649A4A1EFDEB}" destId="{298F9134-837B-47AE-9A0A-5BFF7E95FBCD}" srcOrd="0" destOrd="0" presId="urn:microsoft.com/office/officeart/2008/layout/LinedList"/>
    <dgm:cxn modelId="{6D56BDD1-260A-4C01-8C0C-B3A8CF4EB1B7}" type="presParOf" srcId="{06F293AC-1C5F-4979-83F9-649A4A1EFDEB}" destId="{D798A13F-EC00-4D52-A650-905676E3DECF}" srcOrd="1" destOrd="0" presId="urn:microsoft.com/office/officeart/2008/layout/LinedList"/>
    <dgm:cxn modelId="{F4F85F22-9B39-4783-9381-2282FBC2D0D3}" type="presParOf" srcId="{06F293AC-1C5F-4979-83F9-649A4A1EFDEB}" destId="{6F95AE8B-42DE-4E94-8A06-CEF7D2C88478}" srcOrd="2" destOrd="0" presId="urn:microsoft.com/office/officeart/2008/layout/LinedList"/>
    <dgm:cxn modelId="{199F8C89-6C5F-4C6A-9F44-7327136CD41C}" type="presParOf" srcId="{2A4190A1-A932-404B-B551-2AF150EAD07F}" destId="{EC5DE6F7-F480-4AB4-B7D1-B61177F82FEA}" srcOrd="5" destOrd="0" presId="urn:microsoft.com/office/officeart/2008/layout/LinedList"/>
    <dgm:cxn modelId="{616BC9BD-496D-4039-B346-10C2E767EE27}" type="presParOf" srcId="{2A4190A1-A932-404B-B551-2AF150EAD07F}" destId="{59703B3B-F2F1-46BC-A67B-56EBC9432173}" srcOrd="6" destOrd="0" presId="urn:microsoft.com/office/officeart/2008/layout/LinedList"/>
    <dgm:cxn modelId="{D4AA993E-2BFE-4B0A-9D80-12B8D1D2A5A9}" type="presParOf" srcId="{2A4190A1-A932-404B-B551-2AF150EAD07F}" destId="{65F22965-F68C-4804-979E-4572A673246C}" srcOrd="7" destOrd="0" presId="urn:microsoft.com/office/officeart/2008/layout/LinedList"/>
    <dgm:cxn modelId="{F5844EE4-7D28-4C9F-82ED-A2F10A09A23C}" type="presParOf" srcId="{65F22965-F68C-4804-979E-4572A673246C}" destId="{9A8C5335-E4E7-4BF2-BADF-A9E6150D9CC2}" srcOrd="0" destOrd="0" presId="urn:microsoft.com/office/officeart/2008/layout/LinedList"/>
    <dgm:cxn modelId="{58F108CB-BEBD-4B6F-AE8F-B94E58E2E70B}" type="presParOf" srcId="{65F22965-F68C-4804-979E-4572A673246C}" destId="{DA646B64-E8A2-456C-AF60-49B1C3502B54}" srcOrd="1" destOrd="0" presId="urn:microsoft.com/office/officeart/2008/layout/LinedList"/>
    <dgm:cxn modelId="{592CA834-3E2D-4EF3-8ED0-723C57902015}" type="presParOf" srcId="{65F22965-F68C-4804-979E-4572A673246C}" destId="{00783CC5-DEAF-4E68-815E-A9AEECCCE919}" srcOrd="2" destOrd="0" presId="urn:microsoft.com/office/officeart/2008/layout/LinedList"/>
    <dgm:cxn modelId="{A087A8BF-CA18-451E-8E80-71B8D56ACD8B}" type="presParOf" srcId="{00783CC5-DEAF-4E68-815E-A9AEECCCE919}" destId="{859D7C83-7C17-4E86-B5A1-21CC39973685}" srcOrd="0" destOrd="0" presId="urn:microsoft.com/office/officeart/2008/layout/LinedList"/>
    <dgm:cxn modelId="{51AB29A8-7A5A-41E2-9ACA-99208291404E}" type="presParOf" srcId="{859D7C83-7C17-4E86-B5A1-21CC39973685}" destId="{D7967C3E-BCDF-473F-9C68-A801A99155CB}" srcOrd="0" destOrd="0" presId="urn:microsoft.com/office/officeart/2008/layout/LinedList"/>
    <dgm:cxn modelId="{2C5ECB0A-7D1A-4D29-93AE-7AD3DDBE3176}" type="presParOf" srcId="{859D7C83-7C17-4E86-B5A1-21CC39973685}" destId="{6F432B1C-D287-4CF4-BCAC-3398F1B59383}" srcOrd="1" destOrd="0" presId="urn:microsoft.com/office/officeart/2008/layout/LinedList"/>
    <dgm:cxn modelId="{BBC5D18F-5FC7-4F53-9A97-2C5A8FC9A79B}" type="presParOf" srcId="{859D7C83-7C17-4E86-B5A1-21CC39973685}" destId="{281017C9-5009-47A2-B28C-54D94D0E3D6B}" srcOrd="2" destOrd="0" presId="urn:microsoft.com/office/officeart/2008/layout/LinedList"/>
    <dgm:cxn modelId="{9EDEB387-554D-4E0F-9C8C-06CDDEC28ED2}" type="presParOf" srcId="{2A4190A1-A932-404B-B551-2AF150EAD07F}" destId="{C9324650-8C21-4D11-971B-35772B8E499F}" srcOrd="8" destOrd="0" presId="urn:microsoft.com/office/officeart/2008/layout/LinedList"/>
    <dgm:cxn modelId="{879C1236-F7FB-4FB9-889A-9DF4F99E1B29}" type="presParOf" srcId="{2A4190A1-A932-404B-B551-2AF150EAD07F}" destId="{F91F6FF5-299C-43D7-9423-AC99F18A8B7C}" srcOrd="9" destOrd="0" presId="urn:microsoft.com/office/officeart/2008/layout/LinedList"/>
    <dgm:cxn modelId="{E5320EFF-2E77-4020-A36F-C17F27FFAD03}" type="presParOf" srcId="{2A4190A1-A932-404B-B551-2AF150EAD07F}" destId="{FDBFEB36-2D2A-49F4-8DAF-4F966C572961}" srcOrd="10" destOrd="0" presId="urn:microsoft.com/office/officeart/2008/layout/LinedList"/>
    <dgm:cxn modelId="{796449BC-1E4E-4C85-92A8-867B67F7A909}" type="presParOf" srcId="{FDBFEB36-2D2A-49F4-8DAF-4F966C572961}" destId="{F7D1BED6-3D95-4949-B52A-417C27B5980B}" srcOrd="0" destOrd="0" presId="urn:microsoft.com/office/officeart/2008/layout/LinedList"/>
    <dgm:cxn modelId="{F8373E83-3EC1-4506-BF9A-112677FA0BF1}" type="presParOf" srcId="{FDBFEB36-2D2A-49F4-8DAF-4F966C572961}" destId="{A34343AA-5391-46C0-8B7B-CD3F9C9976E8}" srcOrd="1" destOrd="0" presId="urn:microsoft.com/office/officeart/2008/layout/LinedList"/>
    <dgm:cxn modelId="{166DFF92-26D3-4363-A633-7BA9A88A85DC}" type="presParOf" srcId="{FDBFEB36-2D2A-49F4-8DAF-4F966C572961}" destId="{9D1F4F2B-860D-4FB7-8A58-B4EB0E445EFD}" srcOrd="2" destOrd="0" presId="urn:microsoft.com/office/officeart/2008/layout/LinedList"/>
    <dgm:cxn modelId="{D67F2E62-5B68-4818-9208-BB0DF1832441}" type="presParOf" srcId="{2A4190A1-A932-404B-B551-2AF150EAD07F}" destId="{3ED8535F-5815-4623-959D-14CCF280024F}" srcOrd="11" destOrd="0" presId="urn:microsoft.com/office/officeart/2008/layout/LinedList"/>
    <dgm:cxn modelId="{84562A9B-2BE3-4EE1-9DEA-4320F9333955}" type="presParOf" srcId="{2A4190A1-A932-404B-B551-2AF150EAD07F}" destId="{D135811B-68E7-4721-9652-E2A81913F7CE}" srcOrd="12" destOrd="0" presId="urn:microsoft.com/office/officeart/2008/layout/LinedList"/>
    <dgm:cxn modelId="{AAB62AF7-B960-445F-B8B1-42FA3E5C04B5}" type="presParOf" srcId="{2A4190A1-A932-404B-B551-2AF150EAD07F}" destId="{C20F4001-2FC4-4F38-A116-F6789D8C35D6}" srcOrd="13" destOrd="0" presId="urn:microsoft.com/office/officeart/2008/layout/LinedList"/>
    <dgm:cxn modelId="{D7D694F6-96BA-4978-8809-D96D9E419EB8}" type="presParOf" srcId="{C20F4001-2FC4-4F38-A116-F6789D8C35D6}" destId="{F7812591-ED05-4F40-ACCA-E1D4791088B8}" srcOrd="0" destOrd="0" presId="urn:microsoft.com/office/officeart/2008/layout/LinedList"/>
    <dgm:cxn modelId="{8FF72C39-E740-4178-B084-57BC8AE1F6CD}" type="presParOf" srcId="{C20F4001-2FC4-4F38-A116-F6789D8C35D6}" destId="{6265DAC8-726A-4747-AC6A-553C167736CF}" srcOrd="1" destOrd="0" presId="urn:microsoft.com/office/officeart/2008/layout/LinedList"/>
    <dgm:cxn modelId="{778D9B3B-96A0-4659-9F97-8AF6714A0AD6}" type="presParOf" srcId="{C20F4001-2FC4-4F38-A116-F6789D8C35D6}" destId="{F5DEB1DB-6463-45C8-8EB5-C5A29FEE3C6E}" srcOrd="2" destOrd="0" presId="urn:microsoft.com/office/officeart/2008/layout/LinedList"/>
    <dgm:cxn modelId="{05E228DC-696D-4C26-BBD4-A1E6BCADBB49}" type="presParOf" srcId="{2A4190A1-A932-404B-B551-2AF150EAD07F}" destId="{94C4C4B7-149C-493E-B19C-AA1438DD2747}" srcOrd="14" destOrd="0" presId="urn:microsoft.com/office/officeart/2008/layout/LinedList"/>
    <dgm:cxn modelId="{55EE029C-4049-44B8-B96C-D83FE240A5C0}" type="presParOf" srcId="{2A4190A1-A932-404B-B551-2AF150EAD07F}" destId="{70A83805-2AB4-4243-841E-88102A947B7B}" srcOrd="15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7B02C1D-343E-45CF-937A-0A01334DEC91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0CC36784-C7A2-44A0-9C4C-35BE844BD166}">
      <dgm:prSet phldrT="[Текст]" custT="1"/>
      <dgm:spPr/>
      <dgm:t>
        <a:bodyPr/>
        <a:lstStyle/>
        <a:p>
          <a:r>
            <a:rPr lang="en-US" sz="3200" dirty="0" err="1" smtClean="0"/>
            <a:t>site.local</a:t>
          </a:r>
          <a:endParaRPr lang="ru-RU" sz="3200" dirty="0"/>
        </a:p>
      </dgm:t>
    </dgm:pt>
    <dgm:pt modelId="{012C42F6-A658-4DB5-AD2E-731C80DA8FDB}" type="parTrans" cxnId="{48E82DD1-F44F-4E61-BAC9-24002753F0B8}">
      <dgm:prSet/>
      <dgm:spPr/>
      <dgm:t>
        <a:bodyPr/>
        <a:lstStyle/>
        <a:p>
          <a:endParaRPr lang="ru-RU" sz="2000"/>
        </a:p>
      </dgm:t>
    </dgm:pt>
    <dgm:pt modelId="{77FBCEE9-B667-47A6-88D0-166D9B771CBF}" type="sibTrans" cxnId="{48E82DD1-F44F-4E61-BAC9-24002753F0B8}">
      <dgm:prSet/>
      <dgm:spPr/>
      <dgm:t>
        <a:bodyPr/>
        <a:lstStyle/>
        <a:p>
          <a:endParaRPr lang="ru-RU" sz="2000"/>
        </a:p>
      </dgm:t>
    </dgm:pt>
    <dgm:pt modelId="{F626E26C-8322-48FA-9D56-C0F699E54654}">
      <dgm:prSet phldrT="[Текст]" custT="1"/>
      <dgm:spPr/>
      <dgm:t>
        <a:bodyPr/>
        <a:lstStyle/>
        <a:p>
          <a:endParaRPr lang="en-US" sz="2400" dirty="0" smtClean="0"/>
        </a:p>
        <a:p>
          <a:r>
            <a:rPr lang="en-US" sz="2400" dirty="0" smtClean="0"/>
            <a:t>index.html</a:t>
          </a:r>
          <a:endParaRPr lang="ru-RU" sz="2400" dirty="0"/>
        </a:p>
      </dgm:t>
    </dgm:pt>
    <dgm:pt modelId="{DA335E10-FA10-4D29-8958-AE0F0C446140}" type="parTrans" cxnId="{1AE699CE-F9A8-4736-91AD-A841BB3E3126}">
      <dgm:prSet/>
      <dgm:spPr/>
      <dgm:t>
        <a:bodyPr/>
        <a:lstStyle/>
        <a:p>
          <a:endParaRPr lang="ru-RU" sz="2000"/>
        </a:p>
      </dgm:t>
    </dgm:pt>
    <dgm:pt modelId="{39F7FD87-E115-477F-9F32-0568ACDE3DA3}" type="sibTrans" cxnId="{1AE699CE-F9A8-4736-91AD-A841BB3E3126}">
      <dgm:prSet/>
      <dgm:spPr/>
      <dgm:t>
        <a:bodyPr/>
        <a:lstStyle/>
        <a:p>
          <a:endParaRPr lang="ru-RU" sz="2000"/>
        </a:p>
      </dgm:t>
    </dgm:pt>
    <dgm:pt modelId="{545088C3-6DA5-40A6-A69E-23E729DF983C}">
      <dgm:prSet phldrT="[Текст]" custT="1"/>
      <dgm:spPr/>
      <dgm:t>
        <a:bodyPr/>
        <a:lstStyle/>
        <a:p>
          <a:r>
            <a:rPr lang="en-US" sz="2400" dirty="0" err="1" smtClean="0"/>
            <a:t>img</a:t>
          </a:r>
          <a:endParaRPr lang="ru-RU" sz="2400" dirty="0"/>
        </a:p>
      </dgm:t>
    </dgm:pt>
    <dgm:pt modelId="{9D79B25E-D838-4921-8E77-BC0418A415FF}" type="parTrans" cxnId="{F5D47A1D-08D6-498C-9CDE-20B636B2041D}">
      <dgm:prSet/>
      <dgm:spPr/>
      <dgm:t>
        <a:bodyPr/>
        <a:lstStyle/>
        <a:p>
          <a:endParaRPr lang="ru-RU" sz="2000"/>
        </a:p>
      </dgm:t>
    </dgm:pt>
    <dgm:pt modelId="{88497F58-B135-48D0-A5A6-8DFCB7166536}" type="sibTrans" cxnId="{F5D47A1D-08D6-498C-9CDE-20B636B2041D}">
      <dgm:prSet/>
      <dgm:spPr/>
      <dgm:t>
        <a:bodyPr/>
        <a:lstStyle/>
        <a:p>
          <a:endParaRPr lang="ru-RU" sz="2000"/>
        </a:p>
      </dgm:t>
    </dgm:pt>
    <dgm:pt modelId="{51B7AE94-5D8E-4B25-B7D8-8469B2B224F2}">
      <dgm:prSet custT="1"/>
      <dgm:spPr/>
      <dgm:t>
        <a:bodyPr/>
        <a:lstStyle/>
        <a:p>
          <a:r>
            <a:rPr lang="en-US" sz="2400" dirty="0" err="1" smtClean="0"/>
            <a:t>css</a:t>
          </a:r>
          <a:endParaRPr lang="ru-RU" sz="2400" dirty="0"/>
        </a:p>
      </dgm:t>
    </dgm:pt>
    <dgm:pt modelId="{3E8F9795-9149-4C50-8DF0-A8E1F6095EDA}" type="parTrans" cxnId="{79BAFA79-62B6-4841-B689-5C7209426D14}">
      <dgm:prSet/>
      <dgm:spPr/>
      <dgm:t>
        <a:bodyPr/>
        <a:lstStyle/>
        <a:p>
          <a:endParaRPr lang="ru-RU" sz="2000"/>
        </a:p>
      </dgm:t>
    </dgm:pt>
    <dgm:pt modelId="{18AEB563-1B57-4291-9030-DFC041E20CF4}" type="sibTrans" cxnId="{79BAFA79-62B6-4841-B689-5C7209426D14}">
      <dgm:prSet/>
      <dgm:spPr/>
      <dgm:t>
        <a:bodyPr/>
        <a:lstStyle/>
        <a:p>
          <a:endParaRPr lang="ru-RU" sz="2000"/>
        </a:p>
      </dgm:t>
    </dgm:pt>
    <dgm:pt modelId="{61396300-8A00-48EE-AE25-B16C22F663C4}">
      <dgm:prSet custT="1"/>
      <dgm:spPr/>
      <dgm:t>
        <a:bodyPr/>
        <a:lstStyle/>
        <a:p>
          <a:r>
            <a:rPr lang="en-US" sz="2400" dirty="0" err="1" smtClean="0"/>
            <a:t>js</a:t>
          </a:r>
          <a:endParaRPr lang="ru-RU" sz="2400" dirty="0"/>
        </a:p>
      </dgm:t>
    </dgm:pt>
    <dgm:pt modelId="{92C1C7AB-C049-4B74-9CC2-BB61C5FA0B35}" type="parTrans" cxnId="{5B2E973C-53B1-42DC-B0C5-7E9E9603401F}">
      <dgm:prSet/>
      <dgm:spPr/>
      <dgm:t>
        <a:bodyPr/>
        <a:lstStyle/>
        <a:p>
          <a:endParaRPr lang="ru-RU" sz="2000"/>
        </a:p>
      </dgm:t>
    </dgm:pt>
    <dgm:pt modelId="{AB012960-F7F9-4D00-BFCC-C686C850720D}" type="sibTrans" cxnId="{5B2E973C-53B1-42DC-B0C5-7E9E9603401F}">
      <dgm:prSet/>
      <dgm:spPr/>
      <dgm:t>
        <a:bodyPr/>
        <a:lstStyle/>
        <a:p>
          <a:endParaRPr lang="ru-RU" sz="2000"/>
        </a:p>
      </dgm:t>
    </dgm:pt>
    <dgm:pt modelId="{5FE15FAA-2D51-4DCE-8A09-2D9615F84F6B}">
      <dgm:prSet custT="1"/>
      <dgm:spPr/>
      <dgm:t>
        <a:bodyPr/>
        <a:lstStyle/>
        <a:p>
          <a:r>
            <a:rPr lang="en-US" sz="2400" dirty="0" smtClean="0"/>
            <a:t>font</a:t>
          </a:r>
          <a:endParaRPr lang="ru-RU" sz="2400" dirty="0"/>
        </a:p>
      </dgm:t>
    </dgm:pt>
    <dgm:pt modelId="{F798D68A-3CED-4BF1-A899-CF6225E97406}" type="parTrans" cxnId="{66B9903B-BE0E-43C7-9CBD-839C790D24B9}">
      <dgm:prSet/>
      <dgm:spPr/>
      <dgm:t>
        <a:bodyPr/>
        <a:lstStyle/>
        <a:p>
          <a:endParaRPr lang="ru-RU" sz="2000"/>
        </a:p>
      </dgm:t>
    </dgm:pt>
    <dgm:pt modelId="{B4B04F37-1242-468E-8EE6-842DF70D7B4C}" type="sibTrans" cxnId="{66B9903B-BE0E-43C7-9CBD-839C790D24B9}">
      <dgm:prSet/>
      <dgm:spPr/>
      <dgm:t>
        <a:bodyPr/>
        <a:lstStyle/>
        <a:p>
          <a:endParaRPr lang="ru-RU" sz="2000"/>
        </a:p>
      </dgm:t>
    </dgm:pt>
    <dgm:pt modelId="{6572BC78-20F8-43F1-AB43-1C992DA77129}">
      <dgm:prSet custT="1"/>
      <dgm:spPr/>
      <dgm:t>
        <a:bodyPr/>
        <a:lstStyle/>
        <a:p>
          <a:r>
            <a:rPr lang="en-US" sz="1400" dirty="0" smtClean="0"/>
            <a:t>pict.jpg</a:t>
          </a:r>
          <a:endParaRPr lang="ru-RU" sz="1400" dirty="0"/>
        </a:p>
      </dgm:t>
    </dgm:pt>
    <dgm:pt modelId="{06CBC080-0608-45FD-A621-5965735D44FC}" type="parTrans" cxnId="{413402A1-6992-4558-9F27-7C5752563A21}">
      <dgm:prSet/>
      <dgm:spPr/>
      <dgm:t>
        <a:bodyPr/>
        <a:lstStyle/>
        <a:p>
          <a:endParaRPr lang="ru-RU" sz="2000"/>
        </a:p>
      </dgm:t>
    </dgm:pt>
    <dgm:pt modelId="{86A5D723-3C93-4025-B823-E30DB11524F6}" type="sibTrans" cxnId="{413402A1-6992-4558-9F27-7C5752563A21}">
      <dgm:prSet/>
      <dgm:spPr/>
      <dgm:t>
        <a:bodyPr/>
        <a:lstStyle/>
        <a:p>
          <a:endParaRPr lang="ru-RU" sz="2000"/>
        </a:p>
      </dgm:t>
    </dgm:pt>
    <dgm:pt modelId="{7035C7F3-E9A4-45D9-8AEC-E8E429F83E78}">
      <dgm:prSet custT="1"/>
      <dgm:spPr/>
      <dgm:t>
        <a:bodyPr/>
        <a:lstStyle/>
        <a:p>
          <a:r>
            <a:rPr lang="en-US" sz="1400" dirty="0" smtClean="0"/>
            <a:t>pict.png</a:t>
          </a:r>
          <a:endParaRPr lang="ru-RU" sz="1400" dirty="0"/>
        </a:p>
      </dgm:t>
    </dgm:pt>
    <dgm:pt modelId="{0D4992A6-614E-476A-93E6-8ABDDE23CD5C}" type="parTrans" cxnId="{28651A6E-EBAA-4C9E-AF34-327C4DD9F863}">
      <dgm:prSet/>
      <dgm:spPr/>
      <dgm:t>
        <a:bodyPr/>
        <a:lstStyle/>
        <a:p>
          <a:endParaRPr lang="ru-RU" sz="2000"/>
        </a:p>
      </dgm:t>
    </dgm:pt>
    <dgm:pt modelId="{AB6781A1-BB07-49A4-A43D-3D03AFF1BCEE}" type="sibTrans" cxnId="{28651A6E-EBAA-4C9E-AF34-327C4DD9F863}">
      <dgm:prSet/>
      <dgm:spPr/>
      <dgm:t>
        <a:bodyPr/>
        <a:lstStyle/>
        <a:p>
          <a:endParaRPr lang="ru-RU" sz="2000"/>
        </a:p>
      </dgm:t>
    </dgm:pt>
    <dgm:pt modelId="{1A00068E-EB26-4796-A8A3-0FC9FEB5D65F}">
      <dgm:prSet custT="1"/>
      <dgm:spPr/>
      <dgm:t>
        <a:bodyPr/>
        <a:lstStyle/>
        <a:p>
          <a:r>
            <a:rPr lang="en-US" sz="1400" dirty="0" smtClean="0"/>
            <a:t>pict.gif</a:t>
          </a:r>
          <a:endParaRPr lang="ru-RU" sz="1400" dirty="0"/>
        </a:p>
      </dgm:t>
    </dgm:pt>
    <dgm:pt modelId="{CDF29430-F00D-4359-8BFA-CFE860A58974}" type="parTrans" cxnId="{4BD39892-9363-4260-A2A7-59184E07986C}">
      <dgm:prSet/>
      <dgm:spPr/>
      <dgm:t>
        <a:bodyPr/>
        <a:lstStyle/>
        <a:p>
          <a:endParaRPr lang="ru-RU" sz="2000"/>
        </a:p>
      </dgm:t>
    </dgm:pt>
    <dgm:pt modelId="{9DF18F56-0474-4E95-9313-5EF5E4B72DE1}" type="sibTrans" cxnId="{4BD39892-9363-4260-A2A7-59184E07986C}">
      <dgm:prSet/>
      <dgm:spPr/>
      <dgm:t>
        <a:bodyPr/>
        <a:lstStyle/>
        <a:p>
          <a:endParaRPr lang="ru-RU" sz="2000"/>
        </a:p>
      </dgm:t>
    </dgm:pt>
    <dgm:pt modelId="{C5A887A2-2BB5-4553-A66D-C84B2604CC7E}">
      <dgm:prSet custT="1"/>
      <dgm:spPr/>
      <dgm:t>
        <a:bodyPr/>
        <a:lstStyle/>
        <a:p>
          <a:r>
            <a:rPr lang="en-US" sz="1400" dirty="0" err="1" smtClean="0"/>
            <a:t>pict.svg</a:t>
          </a:r>
          <a:endParaRPr lang="ru-RU" sz="1400" dirty="0"/>
        </a:p>
      </dgm:t>
    </dgm:pt>
    <dgm:pt modelId="{E003A320-37A4-489F-B9D7-65E7A311D3D7}" type="parTrans" cxnId="{B2245F2F-52C9-4C01-9ECD-AF72DEDA9A5B}">
      <dgm:prSet/>
      <dgm:spPr/>
      <dgm:t>
        <a:bodyPr/>
        <a:lstStyle/>
        <a:p>
          <a:endParaRPr lang="ru-RU" sz="2000"/>
        </a:p>
      </dgm:t>
    </dgm:pt>
    <dgm:pt modelId="{7FD38335-7B28-4846-BA58-88E6DC66F5F5}" type="sibTrans" cxnId="{B2245F2F-52C9-4C01-9ECD-AF72DEDA9A5B}">
      <dgm:prSet/>
      <dgm:spPr/>
      <dgm:t>
        <a:bodyPr/>
        <a:lstStyle/>
        <a:p>
          <a:endParaRPr lang="ru-RU" sz="2000"/>
        </a:p>
      </dgm:t>
    </dgm:pt>
    <dgm:pt modelId="{504E695A-600F-4DC1-A000-3DA1F75336BF}">
      <dgm:prSet custT="1"/>
      <dgm:spPr/>
      <dgm:t>
        <a:bodyPr/>
        <a:lstStyle/>
        <a:p>
          <a:r>
            <a:rPr lang="en-US" sz="1400" dirty="0" smtClean="0"/>
            <a:t>style.css</a:t>
          </a:r>
          <a:endParaRPr lang="ru-RU" sz="1400" dirty="0"/>
        </a:p>
      </dgm:t>
    </dgm:pt>
    <dgm:pt modelId="{67C338E2-005E-455C-AC8C-DE70D40DD34B}" type="parTrans" cxnId="{83BD49AE-E208-4EF2-9E12-01F51214560E}">
      <dgm:prSet/>
      <dgm:spPr/>
      <dgm:t>
        <a:bodyPr/>
        <a:lstStyle/>
        <a:p>
          <a:endParaRPr lang="ru-RU" sz="2000"/>
        </a:p>
      </dgm:t>
    </dgm:pt>
    <dgm:pt modelId="{734846CA-D675-44A2-8729-0ACBA2EACA86}" type="sibTrans" cxnId="{83BD49AE-E208-4EF2-9E12-01F51214560E}">
      <dgm:prSet/>
      <dgm:spPr/>
      <dgm:t>
        <a:bodyPr/>
        <a:lstStyle/>
        <a:p>
          <a:endParaRPr lang="ru-RU" sz="2000"/>
        </a:p>
      </dgm:t>
    </dgm:pt>
    <dgm:pt modelId="{565030E8-104F-4D6E-9348-EC5A310DDEA5}" type="pres">
      <dgm:prSet presAssocID="{07B02C1D-343E-45CF-937A-0A01334DEC91}" presName="vert0" presStyleCnt="0">
        <dgm:presLayoutVars>
          <dgm:dir/>
          <dgm:animOne val="branch"/>
          <dgm:animLvl val="lvl"/>
        </dgm:presLayoutVars>
      </dgm:prSet>
      <dgm:spPr/>
      <dgm:t>
        <a:bodyPr/>
        <a:lstStyle/>
        <a:p>
          <a:endParaRPr lang="ru-RU"/>
        </a:p>
      </dgm:t>
    </dgm:pt>
    <dgm:pt modelId="{23733815-7964-4D87-859F-36F3DAAFC416}" type="pres">
      <dgm:prSet presAssocID="{0CC36784-C7A2-44A0-9C4C-35BE844BD166}" presName="thickLine" presStyleLbl="alignNode1" presStyleIdx="0" presStyleCnt="1"/>
      <dgm:spPr/>
    </dgm:pt>
    <dgm:pt modelId="{E081CB3B-C225-4D88-AEE8-2659BBF6CBF0}" type="pres">
      <dgm:prSet presAssocID="{0CC36784-C7A2-44A0-9C4C-35BE844BD166}" presName="horz1" presStyleCnt="0"/>
      <dgm:spPr/>
    </dgm:pt>
    <dgm:pt modelId="{8F7802D0-0112-4BFC-AD8B-5A5CA44835EF}" type="pres">
      <dgm:prSet presAssocID="{0CC36784-C7A2-44A0-9C4C-35BE844BD166}" presName="tx1" presStyleLbl="revTx" presStyleIdx="0" presStyleCnt="11"/>
      <dgm:spPr/>
      <dgm:t>
        <a:bodyPr/>
        <a:lstStyle/>
        <a:p>
          <a:endParaRPr lang="ru-RU"/>
        </a:p>
      </dgm:t>
    </dgm:pt>
    <dgm:pt modelId="{2A4190A1-A932-404B-B551-2AF150EAD07F}" type="pres">
      <dgm:prSet presAssocID="{0CC36784-C7A2-44A0-9C4C-35BE844BD166}" presName="vert1" presStyleCnt="0"/>
      <dgm:spPr/>
    </dgm:pt>
    <dgm:pt modelId="{26455A8B-FD55-4142-B83A-899F9AC59398}" type="pres">
      <dgm:prSet presAssocID="{F626E26C-8322-48FA-9D56-C0F699E54654}" presName="vertSpace2a" presStyleCnt="0"/>
      <dgm:spPr/>
    </dgm:pt>
    <dgm:pt modelId="{DCFC09F6-010E-4CCD-B1A3-3D9A6E4DC7FB}" type="pres">
      <dgm:prSet presAssocID="{F626E26C-8322-48FA-9D56-C0F699E54654}" presName="horz2" presStyleCnt="0"/>
      <dgm:spPr/>
    </dgm:pt>
    <dgm:pt modelId="{31181EC0-4DCD-47E4-90CD-41AE50434774}" type="pres">
      <dgm:prSet presAssocID="{F626E26C-8322-48FA-9D56-C0F699E54654}" presName="horzSpace2" presStyleCnt="0"/>
      <dgm:spPr/>
    </dgm:pt>
    <dgm:pt modelId="{E6F5457E-F62D-41FB-A1C2-14F94CEB1A5A}" type="pres">
      <dgm:prSet presAssocID="{F626E26C-8322-48FA-9D56-C0F699E54654}" presName="tx2" presStyleLbl="revTx" presStyleIdx="1" presStyleCnt="11"/>
      <dgm:spPr/>
      <dgm:t>
        <a:bodyPr/>
        <a:lstStyle/>
        <a:p>
          <a:endParaRPr lang="ru-RU"/>
        </a:p>
      </dgm:t>
    </dgm:pt>
    <dgm:pt modelId="{5ACE830F-4371-4CF3-837C-9592D036526B}" type="pres">
      <dgm:prSet presAssocID="{F626E26C-8322-48FA-9D56-C0F699E54654}" presName="vert2" presStyleCnt="0"/>
      <dgm:spPr/>
    </dgm:pt>
    <dgm:pt modelId="{65926BF4-8151-4F7D-8594-8C3147CC2CAA}" type="pres">
      <dgm:prSet presAssocID="{F626E26C-8322-48FA-9D56-C0F699E54654}" presName="thinLine2b" presStyleLbl="callout" presStyleIdx="0" presStyleCnt="8"/>
      <dgm:spPr/>
    </dgm:pt>
    <dgm:pt modelId="{F1E69B8B-E37E-413B-B2DA-809097CA924B}" type="pres">
      <dgm:prSet presAssocID="{F626E26C-8322-48FA-9D56-C0F699E54654}" presName="vertSpace2b" presStyleCnt="0"/>
      <dgm:spPr/>
    </dgm:pt>
    <dgm:pt modelId="{7F6C501F-BCB8-4690-912A-EC32B7B2BF12}" type="pres">
      <dgm:prSet presAssocID="{545088C3-6DA5-40A6-A69E-23E729DF983C}" presName="horz2" presStyleCnt="0"/>
      <dgm:spPr/>
    </dgm:pt>
    <dgm:pt modelId="{7184CA7A-E678-4812-99C5-17C6BBD822DD}" type="pres">
      <dgm:prSet presAssocID="{545088C3-6DA5-40A6-A69E-23E729DF983C}" presName="horzSpace2" presStyleCnt="0"/>
      <dgm:spPr/>
    </dgm:pt>
    <dgm:pt modelId="{AAEBB672-8532-4213-B316-4EE3CA1BCF9A}" type="pres">
      <dgm:prSet presAssocID="{545088C3-6DA5-40A6-A69E-23E729DF983C}" presName="tx2" presStyleLbl="revTx" presStyleIdx="2" presStyleCnt="11"/>
      <dgm:spPr/>
      <dgm:t>
        <a:bodyPr/>
        <a:lstStyle/>
        <a:p>
          <a:endParaRPr lang="ru-RU"/>
        </a:p>
      </dgm:t>
    </dgm:pt>
    <dgm:pt modelId="{7473449B-BF10-4803-8F99-4503F9176D2E}" type="pres">
      <dgm:prSet presAssocID="{545088C3-6DA5-40A6-A69E-23E729DF983C}" presName="vert2" presStyleCnt="0"/>
      <dgm:spPr/>
    </dgm:pt>
    <dgm:pt modelId="{2922DDE0-DB11-418E-8B5F-F3EFC87877E2}" type="pres">
      <dgm:prSet presAssocID="{6572BC78-20F8-43F1-AB43-1C992DA77129}" presName="horz3" presStyleCnt="0"/>
      <dgm:spPr/>
    </dgm:pt>
    <dgm:pt modelId="{461677B9-839D-43F6-8022-5AB74EA3C325}" type="pres">
      <dgm:prSet presAssocID="{6572BC78-20F8-43F1-AB43-1C992DA77129}" presName="horzSpace3" presStyleCnt="0"/>
      <dgm:spPr/>
    </dgm:pt>
    <dgm:pt modelId="{7C769B87-7350-49C7-AD16-E06119FE453C}" type="pres">
      <dgm:prSet presAssocID="{6572BC78-20F8-43F1-AB43-1C992DA77129}" presName="tx3" presStyleLbl="revTx" presStyleIdx="3" presStyleCnt="11"/>
      <dgm:spPr/>
      <dgm:t>
        <a:bodyPr/>
        <a:lstStyle/>
        <a:p>
          <a:endParaRPr lang="ru-RU"/>
        </a:p>
      </dgm:t>
    </dgm:pt>
    <dgm:pt modelId="{CB93B46F-4C28-49E4-AAE2-544615FBCEF5}" type="pres">
      <dgm:prSet presAssocID="{6572BC78-20F8-43F1-AB43-1C992DA77129}" presName="vert3" presStyleCnt="0"/>
      <dgm:spPr/>
    </dgm:pt>
    <dgm:pt modelId="{65B5837A-F050-4582-9D10-E4FCB3DCCD18}" type="pres">
      <dgm:prSet presAssocID="{86A5D723-3C93-4025-B823-E30DB11524F6}" presName="thinLine3" presStyleLbl="callout" presStyleIdx="1" presStyleCnt="8"/>
      <dgm:spPr/>
    </dgm:pt>
    <dgm:pt modelId="{67B03834-22D0-4285-9FC5-51D09908971B}" type="pres">
      <dgm:prSet presAssocID="{7035C7F3-E9A4-45D9-8AEC-E8E429F83E78}" presName="horz3" presStyleCnt="0"/>
      <dgm:spPr/>
    </dgm:pt>
    <dgm:pt modelId="{57500877-7DF6-435B-9C73-09E02A4A15D0}" type="pres">
      <dgm:prSet presAssocID="{7035C7F3-E9A4-45D9-8AEC-E8E429F83E78}" presName="horzSpace3" presStyleCnt="0"/>
      <dgm:spPr/>
    </dgm:pt>
    <dgm:pt modelId="{9889D25D-786E-4C4F-B497-588727B09ECA}" type="pres">
      <dgm:prSet presAssocID="{7035C7F3-E9A4-45D9-8AEC-E8E429F83E78}" presName="tx3" presStyleLbl="revTx" presStyleIdx="4" presStyleCnt="11"/>
      <dgm:spPr/>
      <dgm:t>
        <a:bodyPr/>
        <a:lstStyle/>
        <a:p>
          <a:endParaRPr lang="ru-RU"/>
        </a:p>
      </dgm:t>
    </dgm:pt>
    <dgm:pt modelId="{4780ACF5-AD67-4FA9-9B2A-1EB9666679D9}" type="pres">
      <dgm:prSet presAssocID="{7035C7F3-E9A4-45D9-8AEC-E8E429F83E78}" presName="vert3" presStyleCnt="0"/>
      <dgm:spPr/>
    </dgm:pt>
    <dgm:pt modelId="{FCD44B24-5DB3-4362-B187-515B1345EE35}" type="pres">
      <dgm:prSet presAssocID="{AB6781A1-BB07-49A4-A43D-3D03AFF1BCEE}" presName="thinLine3" presStyleLbl="callout" presStyleIdx="2" presStyleCnt="8"/>
      <dgm:spPr/>
    </dgm:pt>
    <dgm:pt modelId="{DDD9FADA-3C35-4F86-834D-C7A9408ED2B2}" type="pres">
      <dgm:prSet presAssocID="{1A00068E-EB26-4796-A8A3-0FC9FEB5D65F}" presName="horz3" presStyleCnt="0"/>
      <dgm:spPr/>
    </dgm:pt>
    <dgm:pt modelId="{C3C14EEA-E49A-4743-9822-E99788506472}" type="pres">
      <dgm:prSet presAssocID="{1A00068E-EB26-4796-A8A3-0FC9FEB5D65F}" presName="horzSpace3" presStyleCnt="0"/>
      <dgm:spPr/>
    </dgm:pt>
    <dgm:pt modelId="{E649FFCB-324E-4117-A8BF-806D1DD28977}" type="pres">
      <dgm:prSet presAssocID="{1A00068E-EB26-4796-A8A3-0FC9FEB5D65F}" presName="tx3" presStyleLbl="revTx" presStyleIdx="5" presStyleCnt="11"/>
      <dgm:spPr/>
      <dgm:t>
        <a:bodyPr/>
        <a:lstStyle/>
        <a:p>
          <a:endParaRPr lang="ru-RU"/>
        </a:p>
      </dgm:t>
    </dgm:pt>
    <dgm:pt modelId="{8817DB5C-3BF1-42D0-B4D4-8FBB91E4E5C1}" type="pres">
      <dgm:prSet presAssocID="{1A00068E-EB26-4796-A8A3-0FC9FEB5D65F}" presName="vert3" presStyleCnt="0"/>
      <dgm:spPr/>
    </dgm:pt>
    <dgm:pt modelId="{5AEEF9D2-6DC6-4257-B952-8D194CAD4AC5}" type="pres">
      <dgm:prSet presAssocID="{9DF18F56-0474-4E95-9313-5EF5E4B72DE1}" presName="thinLine3" presStyleLbl="callout" presStyleIdx="3" presStyleCnt="8"/>
      <dgm:spPr/>
      <dgm:t>
        <a:bodyPr/>
        <a:lstStyle/>
        <a:p>
          <a:endParaRPr lang="ru-RU"/>
        </a:p>
      </dgm:t>
    </dgm:pt>
    <dgm:pt modelId="{06F293AC-1C5F-4979-83F9-649A4A1EFDEB}" type="pres">
      <dgm:prSet presAssocID="{C5A887A2-2BB5-4553-A66D-C84B2604CC7E}" presName="horz3" presStyleCnt="0"/>
      <dgm:spPr/>
    </dgm:pt>
    <dgm:pt modelId="{298F9134-837B-47AE-9A0A-5BFF7E95FBCD}" type="pres">
      <dgm:prSet presAssocID="{C5A887A2-2BB5-4553-A66D-C84B2604CC7E}" presName="horzSpace3" presStyleCnt="0"/>
      <dgm:spPr/>
    </dgm:pt>
    <dgm:pt modelId="{D798A13F-EC00-4D52-A650-905676E3DECF}" type="pres">
      <dgm:prSet presAssocID="{C5A887A2-2BB5-4553-A66D-C84B2604CC7E}" presName="tx3" presStyleLbl="revTx" presStyleIdx="6" presStyleCnt="11"/>
      <dgm:spPr/>
      <dgm:t>
        <a:bodyPr/>
        <a:lstStyle/>
        <a:p>
          <a:endParaRPr lang="ru-RU"/>
        </a:p>
      </dgm:t>
    </dgm:pt>
    <dgm:pt modelId="{6F95AE8B-42DE-4E94-8A06-CEF7D2C88478}" type="pres">
      <dgm:prSet presAssocID="{C5A887A2-2BB5-4553-A66D-C84B2604CC7E}" presName="vert3" presStyleCnt="0"/>
      <dgm:spPr/>
    </dgm:pt>
    <dgm:pt modelId="{EC5DE6F7-F480-4AB4-B7D1-B61177F82FEA}" type="pres">
      <dgm:prSet presAssocID="{545088C3-6DA5-40A6-A69E-23E729DF983C}" presName="thinLine2b" presStyleLbl="callout" presStyleIdx="4" presStyleCnt="8"/>
      <dgm:spPr/>
    </dgm:pt>
    <dgm:pt modelId="{59703B3B-F2F1-46BC-A67B-56EBC9432173}" type="pres">
      <dgm:prSet presAssocID="{545088C3-6DA5-40A6-A69E-23E729DF983C}" presName="vertSpace2b" presStyleCnt="0"/>
      <dgm:spPr/>
    </dgm:pt>
    <dgm:pt modelId="{65F22965-F68C-4804-979E-4572A673246C}" type="pres">
      <dgm:prSet presAssocID="{51B7AE94-5D8E-4B25-B7D8-8469B2B224F2}" presName="horz2" presStyleCnt="0"/>
      <dgm:spPr/>
    </dgm:pt>
    <dgm:pt modelId="{9A8C5335-E4E7-4BF2-BADF-A9E6150D9CC2}" type="pres">
      <dgm:prSet presAssocID="{51B7AE94-5D8E-4B25-B7D8-8469B2B224F2}" presName="horzSpace2" presStyleCnt="0"/>
      <dgm:spPr/>
    </dgm:pt>
    <dgm:pt modelId="{DA646B64-E8A2-456C-AF60-49B1C3502B54}" type="pres">
      <dgm:prSet presAssocID="{51B7AE94-5D8E-4B25-B7D8-8469B2B224F2}" presName="tx2" presStyleLbl="revTx" presStyleIdx="7" presStyleCnt="11"/>
      <dgm:spPr/>
      <dgm:t>
        <a:bodyPr/>
        <a:lstStyle/>
        <a:p>
          <a:endParaRPr lang="ru-RU"/>
        </a:p>
      </dgm:t>
    </dgm:pt>
    <dgm:pt modelId="{00783CC5-DEAF-4E68-815E-A9AEECCCE919}" type="pres">
      <dgm:prSet presAssocID="{51B7AE94-5D8E-4B25-B7D8-8469B2B224F2}" presName="vert2" presStyleCnt="0"/>
      <dgm:spPr/>
    </dgm:pt>
    <dgm:pt modelId="{859D7C83-7C17-4E86-B5A1-21CC39973685}" type="pres">
      <dgm:prSet presAssocID="{504E695A-600F-4DC1-A000-3DA1F75336BF}" presName="horz3" presStyleCnt="0"/>
      <dgm:spPr/>
    </dgm:pt>
    <dgm:pt modelId="{D7967C3E-BCDF-473F-9C68-A801A99155CB}" type="pres">
      <dgm:prSet presAssocID="{504E695A-600F-4DC1-A000-3DA1F75336BF}" presName="horzSpace3" presStyleCnt="0"/>
      <dgm:spPr/>
    </dgm:pt>
    <dgm:pt modelId="{6F432B1C-D287-4CF4-BCAC-3398F1B59383}" type="pres">
      <dgm:prSet presAssocID="{504E695A-600F-4DC1-A000-3DA1F75336BF}" presName="tx3" presStyleLbl="revTx" presStyleIdx="8" presStyleCnt="11"/>
      <dgm:spPr/>
      <dgm:t>
        <a:bodyPr/>
        <a:lstStyle/>
        <a:p>
          <a:endParaRPr lang="ru-RU"/>
        </a:p>
      </dgm:t>
    </dgm:pt>
    <dgm:pt modelId="{281017C9-5009-47A2-B28C-54D94D0E3D6B}" type="pres">
      <dgm:prSet presAssocID="{504E695A-600F-4DC1-A000-3DA1F75336BF}" presName="vert3" presStyleCnt="0"/>
      <dgm:spPr/>
    </dgm:pt>
    <dgm:pt modelId="{C9324650-8C21-4D11-971B-35772B8E499F}" type="pres">
      <dgm:prSet presAssocID="{51B7AE94-5D8E-4B25-B7D8-8469B2B224F2}" presName="thinLine2b" presStyleLbl="callout" presStyleIdx="5" presStyleCnt="8"/>
      <dgm:spPr/>
    </dgm:pt>
    <dgm:pt modelId="{F91F6FF5-299C-43D7-9423-AC99F18A8B7C}" type="pres">
      <dgm:prSet presAssocID="{51B7AE94-5D8E-4B25-B7D8-8469B2B224F2}" presName="vertSpace2b" presStyleCnt="0"/>
      <dgm:spPr/>
    </dgm:pt>
    <dgm:pt modelId="{FDBFEB36-2D2A-49F4-8DAF-4F966C572961}" type="pres">
      <dgm:prSet presAssocID="{61396300-8A00-48EE-AE25-B16C22F663C4}" presName="horz2" presStyleCnt="0"/>
      <dgm:spPr/>
    </dgm:pt>
    <dgm:pt modelId="{F7D1BED6-3D95-4949-B52A-417C27B5980B}" type="pres">
      <dgm:prSet presAssocID="{61396300-8A00-48EE-AE25-B16C22F663C4}" presName="horzSpace2" presStyleCnt="0"/>
      <dgm:spPr/>
    </dgm:pt>
    <dgm:pt modelId="{A34343AA-5391-46C0-8B7B-CD3F9C9976E8}" type="pres">
      <dgm:prSet presAssocID="{61396300-8A00-48EE-AE25-B16C22F663C4}" presName="tx2" presStyleLbl="revTx" presStyleIdx="9" presStyleCnt="11"/>
      <dgm:spPr/>
      <dgm:t>
        <a:bodyPr/>
        <a:lstStyle/>
        <a:p>
          <a:endParaRPr lang="ru-RU"/>
        </a:p>
      </dgm:t>
    </dgm:pt>
    <dgm:pt modelId="{9D1F4F2B-860D-4FB7-8A58-B4EB0E445EFD}" type="pres">
      <dgm:prSet presAssocID="{61396300-8A00-48EE-AE25-B16C22F663C4}" presName="vert2" presStyleCnt="0"/>
      <dgm:spPr/>
    </dgm:pt>
    <dgm:pt modelId="{3ED8535F-5815-4623-959D-14CCF280024F}" type="pres">
      <dgm:prSet presAssocID="{61396300-8A00-48EE-AE25-B16C22F663C4}" presName="thinLine2b" presStyleLbl="callout" presStyleIdx="6" presStyleCnt="8"/>
      <dgm:spPr/>
    </dgm:pt>
    <dgm:pt modelId="{D135811B-68E7-4721-9652-E2A81913F7CE}" type="pres">
      <dgm:prSet presAssocID="{61396300-8A00-48EE-AE25-B16C22F663C4}" presName="vertSpace2b" presStyleCnt="0"/>
      <dgm:spPr/>
    </dgm:pt>
    <dgm:pt modelId="{C20F4001-2FC4-4F38-A116-F6789D8C35D6}" type="pres">
      <dgm:prSet presAssocID="{5FE15FAA-2D51-4DCE-8A09-2D9615F84F6B}" presName="horz2" presStyleCnt="0"/>
      <dgm:spPr/>
    </dgm:pt>
    <dgm:pt modelId="{F7812591-ED05-4F40-ACCA-E1D4791088B8}" type="pres">
      <dgm:prSet presAssocID="{5FE15FAA-2D51-4DCE-8A09-2D9615F84F6B}" presName="horzSpace2" presStyleCnt="0"/>
      <dgm:spPr/>
    </dgm:pt>
    <dgm:pt modelId="{6265DAC8-726A-4747-AC6A-553C167736CF}" type="pres">
      <dgm:prSet presAssocID="{5FE15FAA-2D51-4DCE-8A09-2D9615F84F6B}" presName="tx2" presStyleLbl="revTx" presStyleIdx="10" presStyleCnt="11"/>
      <dgm:spPr/>
      <dgm:t>
        <a:bodyPr/>
        <a:lstStyle/>
        <a:p>
          <a:endParaRPr lang="ru-RU"/>
        </a:p>
      </dgm:t>
    </dgm:pt>
    <dgm:pt modelId="{F5DEB1DB-6463-45C8-8EB5-C5A29FEE3C6E}" type="pres">
      <dgm:prSet presAssocID="{5FE15FAA-2D51-4DCE-8A09-2D9615F84F6B}" presName="vert2" presStyleCnt="0"/>
      <dgm:spPr/>
    </dgm:pt>
    <dgm:pt modelId="{94C4C4B7-149C-493E-B19C-AA1438DD2747}" type="pres">
      <dgm:prSet presAssocID="{5FE15FAA-2D51-4DCE-8A09-2D9615F84F6B}" presName="thinLine2b" presStyleLbl="callout" presStyleIdx="7" presStyleCnt="8"/>
      <dgm:spPr/>
    </dgm:pt>
    <dgm:pt modelId="{70A83805-2AB4-4243-841E-88102A947B7B}" type="pres">
      <dgm:prSet presAssocID="{5FE15FAA-2D51-4DCE-8A09-2D9615F84F6B}" presName="vertSpace2b" presStyleCnt="0"/>
      <dgm:spPr/>
    </dgm:pt>
  </dgm:ptLst>
  <dgm:cxnLst>
    <dgm:cxn modelId="{83BD49AE-E208-4EF2-9E12-01F51214560E}" srcId="{51B7AE94-5D8E-4B25-B7D8-8469B2B224F2}" destId="{504E695A-600F-4DC1-A000-3DA1F75336BF}" srcOrd="0" destOrd="0" parTransId="{67C338E2-005E-455C-AC8C-DE70D40DD34B}" sibTransId="{734846CA-D675-44A2-8729-0ACBA2EACA86}"/>
    <dgm:cxn modelId="{BDD53E9A-E2DD-444C-81A5-1396079A547C}" type="presOf" srcId="{51B7AE94-5D8E-4B25-B7D8-8469B2B224F2}" destId="{DA646B64-E8A2-456C-AF60-49B1C3502B54}" srcOrd="0" destOrd="0" presId="urn:microsoft.com/office/officeart/2008/layout/LinedList"/>
    <dgm:cxn modelId="{D14D153F-57C2-4590-B9AC-AC1F2531347B}" type="presOf" srcId="{5FE15FAA-2D51-4DCE-8A09-2D9615F84F6B}" destId="{6265DAC8-726A-4747-AC6A-553C167736CF}" srcOrd="0" destOrd="0" presId="urn:microsoft.com/office/officeart/2008/layout/LinedList"/>
    <dgm:cxn modelId="{8D695204-4114-4BDB-AC32-0F5BF07948B9}" type="presOf" srcId="{07B02C1D-343E-45CF-937A-0A01334DEC91}" destId="{565030E8-104F-4D6E-9348-EC5A310DDEA5}" srcOrd="0" destOrd="0" presId="urn:microsoft.com/office/officeart/2008/layout/LinedList"/>
    <dgm:cxn modelId="{413402A1-6992-4558-9F27-7C5752563A21}" srcId="{545088C3-6DA5-40A6-A69E-23E729DF983C}" destId="{6572BC78-20F8-43F1-AB43-1C992DA77129}" srcOrd="0" destOrd="0" parTransId="{06CBC080-0608-45FD-A621-5965735D44FC}" sibTransId="{86A5D723-3C93-4025-B823-E30DB11524F6}"/>
    <dgm:cxn modelId="{0F736543-6ABF-4E19-AECD-A97C97683F0E}" type="presOf" srcId="{7035C7F3-E9A4-45D9-8AEC-E8E429F83E78}" destId="{9889D25D-786E-4C4F-B497-588727B09ECA}" srcOrd="0" destOrd="0" presId="urn:microsoft.com/office/officeart/2008/layout/LinedList"/>
    <dgm:cxn modelId="{2A4894DC-099A-4059-8652-7EDE16928EFB}" type="presOf" srcId="{504E695A-600F-4DC1-A000-3DA1F75336BF}" destId="{6F432B1C-D287-4CF4-BCAC-3398F1B59383}" srcOrd="0" destOrd="0" presId="urn:microsoft.com/office/officeart/2008/layout/LinedList"/>
    <dgm:cxn modelId="{79BAFA79-62B6-4841-B689-5C7209426D14}" srcId="{0CC36784-C7A2-44A0-9C4C-35BE844BD166}" destId="{51B7AE94-5D8E-4B25-B7D8-8469B2B224F2}" srcOrd="2" destOrd="0" parTransId="{3E8F9795-9149-4C50-8DF0-A8E1F6095EDA}" sibTransId="{18AEB563-1B57-4291-9030-DFC041E20CF4}"/>
    <dgm:cxn modelId="{4BD39892-9363-4260-A2A7-59184E07986C}" srcId="{545088C3-6DA5-40A6-A69E-23E729DF983C}" destId="{1A00068E-EB26-4796-A8A3-0FC9FEB5D65F}" srcOrd="2" destOrd="0" parTransId="{CDF29430-F00D-4359-8BFA-CFE860A58974}" sibTransId="{9DF18F56-0474-4E95-9313-5EF5E4B72DE1}"/>
    <dgm:cxn modelId="{A757691B-D3AF-424B-9E6A-1B5947B022AD}" type="presOf" srcId="{0CC36784-C7A2-44A0-9C4C-35BE844BD166}" destId="{8F7802D0-0112-4BFC-AD8B-5A5CA44835EF}" srcOrd="0" destOrd="0" presId="urn:microsoft.com/office/officeart/2008/layout/LinedList"/>
    <dgm:cxn modelId="{B2245F2F-52C9-4C01-9ECD-AF72DEDA9A5B}" srcId="{545088C3-6DA5-40A6-A69E-23E729DF983C}" destId="{C5A887A2-2BB5-4553-A66D-C84B2604CC7E}" srcOrd="3" destOrd="0" parTransId="{E003A320-37A4-489F-B9D7-65E7A311D3D7}" sibTransId="{7FD38335-7B28-4846-BA58-88E6DC66F5F5}"/>
    <dgm:cxn modelId="{D5101B9F-4C83-435F-B270-0FD327C486D8}" type="presOf" srcId="{C5A887A2-2BB5-4553-A66D-C84B2604CC7E}" destId="{D798A13F-EC00-4D52-A650-905676E3DECF}" srcOrd="0" destOrd="0" presId="urn:microsoft.com/office/officeart/2008/layout/LinedList"/>
    <dgm:cxn modelId="{1AE699CE-F9A8-4736-91AD-A841BB3E3126}" srcId="{0CC36784-C7A2-44A0-9C4C-35BE844BD166}" destId="{F626E26C-8322-48FA-9D56-C0F699E54654}" srcOrd="0" destOrd="0" parTransId="{DA335E10-FA10-4D29-8958-AE0F0C446140}" sibTransId="{39F7FD87-E115-477F-9F32-0568ACDE3DA3}"/>
    <dgm:cxn modelId="{4958FFAC-7E45-4D15-8545-3280AB471D75}" type="presOf" srcId="{F626E26C-8322-48FA-9D56-C0F699E54654}" destId="{E6F5457E-F62D-41FB-A1C2-14F94CEB1A5A}" srcOrd="0" destOrd="0" presId="urn:microsoft.com/office/officeart/2008/layout/LinedList"/>
    <dgm:cxn modelId="{A111597F-FDBF-4FD5-BB96-52955E909F1C}" type="presOf" srcId="{1A00068E-EB26-4796-A8A3-0FC9FEB5D65F}" destId="{E649FFCB-324E-4117-A8BF-806D1DD28977}" srcOrd="0" destOrd="0" presId="urn:microsoft.com/office/officeart/2008/layout/LinedList"/>
    <dgm:cxn modelId="{5B2E973C-53B1-42DC-B0C5-7E9E9603401F}" srcId="{0CC36784-C7A2-44A0-9C4C-35BE844BD166}" destId="{61396300-8A00-48EE-AE25-B16C22F663C4}" srcOrd="3" destOrd="0" parTransId="{92C1C7AB-C049-4B74-9CC2-BB61C5FA0B35}" sibTransId="{AB012960-F7F9-4D00-BFCC-C686C850720D}"/>
    <dgm:cxn modelId="{72D1FA03-6922-4868-AB31-1A356F79E18E}" type="presOf" srcId="{545088C3-6DA5-40A6-A69E-23E729DF983C}" destId="{AAEBB672-8532-4213-B316-4EE3CA1BCF9A}" srcOrd="0" destOrd="0" presId="urn:microsoft.com/office/officeart/2008/layout/LinedList"/>
    <dgm:cxn modelId="{222E80DC-6E2F-447E-A588-CE10ACBFF5B1}" type="presOf" srcId="{61396300-8A00-48EE-AE25-B16C22F663C4}" destId="{A34343AA-5391-46C0-8B7B-CD3F9C9976E8}" srcOrd="0" destOrd="0" presId="urn:microsoft.com/office/officeart/2008/layout/LinedList"/>
    <dgm:cxn modelId="{7274C5DE-3920-4E52-9BBE-E9C9D270342E}" type="presOf" srcId="{6572BC78-20F8-43F1-AB43-1C992DA77129}" destId="{7C769B87-7350-49C7-AD16-E06119FE453C}" srcOrd="0" destOrd="0" presId="urn:microsoft.com/office/officeart/2008/layout/LinedList"/>
    <dgm:cxn modelId="{28651A6E-EBAA-4C9E-AF34-327C4DD9F863}" srcId="{545088C3-6DA5-40A6-A69E-23E729DF983C}" destId="{7035C7F3-E9A4-45D9-8AEC-E8E429F83E78}" srcOrd="1" destOrd="0" parTransId="{0D4992A6-614E-476A-93E6-8ABDDE23CD5C}" sibTransId="{AB6781A1-BB07-49A4-A43D-3D03AFF1BCEE}"/>
    <dgm:cxn modelId="{66B9903B-BE0E-43C7-9CBD-839C790D24B9}" srcId="{0CC36784-C7A2-44A0-9C4C-35BE844BD166}" destId="{5FE15FAA-2D51-4DCE-8A09-2D9615F84F6B}" srcOrd="4" destOrd="0" parTransId="{F798D68A-3CED-4BF1-A899-CF6225E97406}" sibTransId="{B4B04F37-1242-468E-8EE6-842DF70D7B4C}"/>
    <dgm:cxn modelId="{F5D47A1D-08D6-498C-9CDE-20B636B2041D}" srcId="{0CC36784-C7A2-44A0-9C4C-35BE844BD166}" destId="{545088C3-6DA5-40A6-A69E-23E729DF983C}" srcOrd="1" destOrd="0" parTransId="{9D79B25E-D838-4921-8E77-BC0418A415FF}" sibTransId="{88497F58-B135-48D0-A5A6-8DFCB7166536}"/>
    <dgm:cxn modelId="{48E82DD1-F44F-4E61-BAC9-24002753F0B8}" srcId="{07B02C1D-343E-45CF-937A-0A01334DEC91}" destId="{0CC36784-C7A2-44A0-9C4C-35BE844BD166}" srcOrd="0" destOrd="0" parTransId="{012C42F6-A658-4DB5-AD2E-731C80DA8FDB}" sibTransId="{77FBCEE9-B667-47A6-88D0-166D9B771CBF}"/>
    <dgm:cxn modelId="{B68B9CA9-19F4-4856-B817-5FDAC8D790A0}" type="presParOf" srcId="{565030E8-104F-4D6E-9348-EC5A310DDEA5}" destId="{23733815-7964-4D87-859F-36F3DAAFC416}" srcOrd="0" destOrd="0" presId="urn:microsoft.com/office/officeart/2008/layout/LinedList"/>
    <dgm:cxn modelId="{F267E87A-4940-4368-B53E-F6442C3EC5C3}" type="presParOf" srcId="{565030E8-104F-4D6E-9348-EC5A310DDEA5}" destId="{E081CB3B-C225-4D88-AEE8-2659BBF6CBF0}" srcOrd="1" destOrd="0" presId="urn:microsoft.com/office/officeart/2008/layout/LinedList"/>
    <dgm:cxn modelId="{365C8CD4-A44D-4E07-A4F4-8220BCD9BDF2}" type="presParOf" srcId="{E081CB3B-C225-4D88-AEE8-2659BBF6CBF0}" destId="{8F7802D0-0112-4BFC-AD8B-5A5CA44835EF}" srcOrd="0" destOrd="0" presId="urn:microsoft.com/office/officeart/2008/layout/LinedList"/>
    <dgm:cxn modelId="{9D936929-75AB-42D8-9F46-0CA7CB776959}" type="presParOf" srcId="{E081CB3B-C225-4D88-AEE8-2659BBF6CBF0}" destId="{2A4190A1-A932-404B-B551-2AF150EAD07F}" srcOrd="1" destOrd="0" presId="urn:microsoft.com/office/officeart/2008/layout/LinedList"/>
    <dgm:cxn modelId="{2747D1C4-FD08-4662-925F-C9D651C71A19}" type="presParOf" srcId="{2A4190A1-A932-404B-B551-2AF150EAD07F}" destId="{26455A8B-FD55-4142-B83A-899F9AC59398}" srcOrd="0" destOrd="0" presId="urn:microsoft.com/office/officeart/2008/layout/LinedList"/>
    <dgm:cxn modelId="{C7EE45F2-985A-48C0-8FFC-31C6260964EA}" type="presParOf" srcId="{2A4190A1-A932-404B-B551-2AF150EAD07F}" destId="{DCFC09F6-010E-4CCD-B1A3-3D9A6E4DC7FB}" srcOrd="1" destOrd="0" presId="urn:microsoft.com/office/officeart/2008/layout/LinedList"/>
    <dgm:cxn modelId="{B686A43E-4750-4A56-A5BA-8A39146DD49E}" type="presParOf" srcId="{DCFC09F6-010E-4CCD-B1A3-3D9A6E4DC7FB}" destId="{31181EC0-4DCD-47E4-90CD-41AE50434774}" srcOrd="0" destOrd="0" presId="urn:microsoft.com/office/officeart/2008/layout/LinedList"/>
    <dgm:cxn modelId="{99D84966-DC5A-4466-BC9A-60138AE324F0}" type="presParOf" srcId="{DCFC09F6-010E-4CCD-B1A3-3D9A6E4DC7FB}" destId="{E6F5457E-F62D-41FB-A1C2-14F94CEB1A5A}" srcOrd="1" destOrd="0" presId="urn:microsoft.com/office/officeart/2008/layout/LinedList"/>
    <dgm:cxn modelId="{AB2AC02B-D24C-4FC6-B419-9648515F98F1}" type="presParOf" srcId="{DCFC09F6-010E-4CCD-B1A3-3D9A6E4DC7FB}" destId="{5ACE830F-4371-4CF3-837C-9592D036526B}" srcOrd="2" destOrd="0" presId="urn:microsoft.com/office/officeart/2008/layout/LinedList"/>
    <dgm:cxn modelId="{1B5CE59A-7E1F-45A1-B962-760336C88273}" type="presParOf" srcId="{2A4190A1-A932-404B-B551-2AF150EAD07F}" destId="{65926BF4-8151-4F7D-8594-8C3147CC2CAA}" srcOrd="2" destOrd="0" presId="urn:microsoft.com/office/officeart/2008/layout/LinedList"/>
    <dgm:cxn modelId="{12C790CF-09DA-4F3E-8BFA-FF373A874454}" type="presParOf" srcId="{2A4190A1-A932-404B-B551-2AF150EAD07F}" destId="{F1E69B8B-E37E-413B-B2DA-809097CA924B}" srcOrd="3" destOrd="0" presId="urn:microsoft.com/office/officeart/2008/layout/LinedList"/>
    <dgm:cxn modelId="{6F6A6BA1-2177-4E40-9500-B785D0F41C21}" type="presParOf" srcId="{2A4190A1-A932-404B-B551-2AF150EAD07F}" destId="{7F6C501F-BCB8-4690-912A-EC32B7B2BF12}" srcOrd="4" destOrd="0" presId="urn:microsoft.com/office/officeart/2008/layout/LinedList"/>
    <dgm:cxn modelId="{0B561871-4873-4049-BC85-98EB743EF76C}" type="presParOf" srcId="{7F6C501F-BCB8-4690-912A-EC32B7B2BF12}" destId="{7184CA7A-E678-4812-99C5-17C6BBD822DD}" srcOrd="0" destOrd="0" presId="urn:microsoft.com/office/officeart/2008/layout/LinedList"/>
    <dgm:cxn modelId="{95FEF9A0-7009-4215-A16A-AB2B96DFFBC2}" type="presParOf" srcId="{7F6C501F-BCB8-4690-912A-EC32B7B2BF12}" destId="{AAEBB672-8532-4213-B316-4EE3CA1BCF9A}" srcOrd="1" destOrd="0" presId="urn:microsoft.com/office/officeart/2008/layout/LinedList"/>
    <dgm:cxn modelId="{BFC02080-5F43-455F-9C56-5E8549F50452}" type="presParOf" srcId="{7F6C501F-BCB8-4690-912A-EC32B7B2BF12}" destId="{7473449B-BF10-4803-8F99-4503F9176D2E}" srcOrd="2" destOrd="0" presId="urn:microsoft.com/office/officeart/2008/layout/LinedList"/>
    <dgm:cxn modelId="{3A68B177-BB4D-4961-893D-D7A5FFCC4602}" type="presParOf" srcId="{7473449B-BF10-4803-8F99-4503F9176D2E}" destId="{2922DDE0-DB11-418E-8B5F-F3EFC87877E2}" srcOrd="0" destOrd="0" presId="urn:microsoft.com/office/officeart/2008/layout/LinedList"/>
    <dgm:cxn modelId="{0037486B-865F-4DDB-956E-B5935612D9C2}" type="presParOf" srcId="{2922DDE0-DB11-418E-8B5F-F3EFC87877E2}" destId="{461677B9-839D-43F6-8022-5AB74EA3C325}" srcOrd="0" destOrd="0" presId="urn:microsoft.com/office/officeart/2008/layout/LinedList"/>
    <dgm:cxn modelId="{B82F7D72-030D-43FD-A97F-1ED07CAF3E97}" type="presParOf" srcId="{2922DDE0-DB11-418E-8B5F-F3EFC87877E2}" destId="{7C769B87-7350-49C7-AD16-E06119FE453C}" srcOrd="1" destOrd="0" presId="urn:microsoft.com/office/officeart/2008/layout/LinedList"/>
    <dgm:cxn modelId="{1ED46B5E-BF2E-4A68-862E-F5A22AA53C2E}" type="presParOf" srcId="{2922DDE0-DB11-418E-8B5F-F3EFC87877E2}" destId="{CB93B46F-4C28-49E4-AAE2-544615FBCEF5}" srcOrd="2" destOrd="0" presId="urn:microsoft.com/office/officeart/2008/layout/LinedList"/>
    <dgm:cxn modelId="{81F3285A-7E7A-4C56-9A5C-2E4F507773C7}" type="presParOf" srcId="{7473449B-BF10-4803-8F99-4503F9176D2E}" destId="{65B5837A-F050-4582-9D10-E4FCB3DCCD18}" srcOrd="1" destOrd="0" presId="urn:microsoft.com/office/officeart/2008/layout/LinedList"/>
    <dgm:cxn modelId="{B4F2ED9D-389E-4C4D-965A-E23AAAD23D97}" type="presParOf" srcId="{7473449B-BF10-4803-8F99-4503F9176D2E}" destId="{67B03834-22D0-4285-9FC5-51D09908971B}" srcOrd="2" destOrd="0" presId="urn:microsoft.com/office/officeart/2008/layout/LinedList"/>
    <dgm:cxn modelId="{D9D71F09-AC11-4C52-AFE6-C76FD257A286}" type="presParOf" srcId="{67B03834-22D0-4285-9FC5-51D09908971B}" destId="{57500877-7DF6-435B-9C73-09E02A4A15D0}" srcOrd="0" destOrd="0" presId="urn:microsoft.com/office/officeart/2008/layout/LinedList"/>
    <dgm:cxn modelId="{FB9C4794-8FCB-4220-A8FD-1BE6A218493C}" type="presParOf" srcId="{67B03834-22D0-4285-9FC5-51D09908971B}" destId="{9889D25D-786E-4C4F-B497-588727B09ECA}" srcOrd="1" destOrd="0" presId="urn:microsoft.com/office/officeart/2008/layout/LinedList"/>
    <dgm:cxn modelId="{DC242433-8897-4D2A-A978-20E5F446EFE6}" type="presParOf" srcId="{67B03834-22D0-4285-9FC5-51D09908971B}" destId="{4780ACF5-AD67-4FA9-9B2A-1EB9666679D9}" srcOrd="2" destOrd="0" presId="urn:microsoft.com/office/officeart/2008/layout/LinedList"/>
    <dgm:cxn modelId="{CB90D858-1464-4E74-8668-64D6F482D4ED}" type="presParOf" srcId="{7473449B-BF10-4803-8F99-4503F9176D2E}" destId="{FCD44B24-5DB3-4362-B187-515B1345EE35}" srcOrd="3" destOrd="0" presId="urn:microsoft.com/office/officeart/2008/layout/LinedList"/>
    <dgm:cxn modelId="{02A32480-CDBA-44EA-8254-2914A5767C66}" type="presParOf" srcId="{7473449B-BF10-4803-8F99-4503F9176D2E}" destId="{DDD9FADA-3C35-4F86-834D-C7A9408ED2B2}" srcOrd="4" destOrd="0" presId="urn:microsoft.com/office/officeart/2008/layout/LinedList"/>
    <dgm:cxn modelId="{FE0E3A39-BF8F-40F7-B7D2-BBAD871ECFC4}" type="presParOf" srcId="{DDD9FADA-3C35-4F86-834D-C7A9408ED2B2}" destId="{C3C14EEA-E49A-4743-9822-E99788506472}" srcOrd="0" destOrd="0" presId="urn:microsoft.com/office/officeart/2008/layout/LinedList"/>
    <dgm:cxn modelId="{D1D15ABB-203A-4A09-B5A0-05FEA7483CAF}" type="presParOf" srcId="{DDD9FADA-3C35-4F86-834D-C7A9408ED2B2}" destId="{E649FFCB-324E-4117-A8BF-806D1DD28977}" srcOrd="1" destOrd="0" presId="urn:microsoft.com/office/officeart/2008/layout/LinedList"/>
    <dgm:cxn modelId="{5AF3377E-02C6-4B94-A83B-DA2A7F501BDC}" type="presParOf" srcId="{DDD9FADA-3C35-4F86-834D-C7A9408ED2B2}" destId="{8817DB5C-3BF1-42D0-B4D4-8FBB91E4E5C1}" srcOrd="2" destOrd="0" presId="urn:microsoft.com/office/officeart/2008/layout/LinedList"/>
    <dgm:cxn modelId="{80BCBB83-BB1C-4524-89BC-296EF5082543}" type="presParOf" srcId="{7473449B-BF10-4803-8F99-4503F9176D2E}" destId="{5AEEF9D2-6DC6-4257-B952-8D194CAD4AC5}" srcOrd="5" destOrd="0" presId="urn:microsoft.com/office/officeart/2008/layout/LinedList"/>
    <dgm:cxn modelId="{EA19D261-A479-4C41-BC8A-97A86DEBD354}" type="presParOf" srcId="{7473449B-BF10-4803-8F99-4503F9176D2E}" destId="{06F293AC-1C5F-4979-83F9-649A4A1EFDEB}" srcOrd="6" destOrd="0" presId="urn:microsoft.com/office/officeart/2008/layout/LinedList"/>
    <dgm:cxn modelId="{CF2FD0DA-DF63-4A5D-9BE8-4AB891887130}" type="presParOf" srcId="{06F293AC-1C5F-4979-83F9-649A4A1EFDEB}" destId="{298F9134-837B-47AE-9A0A-5BFF7E95FBCD}" srcOrd="0" destOrd="0" presId="urn:microsoft.com/office/officeart/2008/layout/LinedList"/>
    <dgm:cxn modelId="{0DA2F2F3-8DC0-4F58-A2B1-70E595EB3BD6}" type="presParOf" srcId="{06F293AC-1C5F-4979-83F9-649A4A1EFDEB}" destId="{D798A13F-EC00-4D52-A650-905676E3DECF}" srcOrd="1" destOrd="0" presId="urn:microsoft.com/office/officeart/2008/layout/LinedList"/>
    <dgm:cxn modelId="{FAB4CBFE-51F8-40CA-AD6C-301F722DBF4C}" type="presParOf" srcId="{06F293AC-1C5F-4979-83F9-649A4A1EFDEB}" destId="{6F95AE8B-42DE-4E94-8A06-CEF7D2C88478}" srcOrd="2" destOrd="0" presId="urn:microsoft.com/office/officeart/2008/layout/LinedList"/>
    <dgm:cxn modelId="{27EAD70C-F931-4231-BF9E-EC2D36075F23}" type="presParOf" srcId="{2A4190A1-A932-404B-B551-2AF150EAD07F}" destId="{EC5DE6F7-F480-4AB4-B7D1-B61177F82FEA}" srcOrd="5" destOrd="0" presId="urn:microsoft.com/office/officeart/2008/layout/LinedList"/>
    <dgm:cxn modelId="{901C8113-1A23-4888-B0A4-E5CF402A91B7}" type="presParOf" srcId="{2A4190A1-A932-404B-B551-2AF150EAD07F}" destId="{59703B3B-F2F1-46BC-A67B-56EBC9432173}" srcOrd="6" destOrd="0" presId="urn:microsoft.com/office/officeart/2008/layout/LinedList"/>
    <dgm:cxn modelId="{6228329A-8687-4C62-B1C5-9113AD717906}" type="presParOf" srcId="{2A4190A1-A932-404B-B551-2AF150EAD07F}" destId="{65F22965-F68C-4804-979E-4572A673246C}" srcOrd="7" destOrd="0" presId="urn:microsoft.com/office/officeart/2008/layout/LinedList"/>
    <dgm:cxn modelId="{41E9CC5B-18CE-4832-8F6C-2AED7CA865AE}" type="presParOf" srcId="{65F22965-F68C-4804-979E-4572A673246C}" destId="{9A8C5335-E4E7-4BF2-BADF-A9E6150D9CC2}" srcOrd="0" destOrd="0" presId="urn:microsoft.com/office/officeart/2008/layout/LinedList"/>
    <dgm:cxn modelId="{0F53FC44-2FD7-4F9E-940E-FD8E6B107B9C}" type="presParOf" srcId="{65F22965-F68C-4804-979E-4572A673246C}" destId="{DA646B64-E8A2-456C-AF60-49B1C3502B54}" srcOrd="1" destOrd="0" presId="urn:microsoft.com/office/officeart/2008/layout/LinedList"/>
    <dgm:cxn modelId="{0ACC7EE5-3335-44D5-94D0-8CD1FAC7DA01}" type="presParOf" srcId="{65F22965-F68C-4804-979E-4572A673246C}" destId="{00783CC5-DEAF-4E68-815E-A9AEECCCE919}" srcOrd="2" destOrd="0" presId="urn:microsoft.com/office/officeart/2008/layout/LinedList"/>
    <dgm:cxn modelId="{B7B2F95F-1212-4558-AAB2-86A0FDB63DEE}" type="presParOf" srcId="{00783CC5-DEAF-4E68-815E-A9AEECCCE919}" destId="{859D7C83-7C17-4E86-B5A1-21CC39973685}" srcOrd="0" destOrd="0" presId="urn:microsoft.com/office/officeart/2008/layout/LinedList"/>
    <dgm:cxn modelId="{EA5FE883-4ACD-46B0-BE88-1369E1E8ED7D}" type="presParOf" srcId="{859D7C83-7C17-4E86-B5A1-21CC39973685}" destId="{D7967C3E-BCDF-473F-9C68-A801A99155CB}" srcOrd="0" destOrd="0" presId="urn:microsoft.com/office/officeart/2008/layout/LinedList"/>
    <dgm:cxn modelId="{6430DAF0-9390-4EFD-87BD-D275A984CDF3}" type="presParOf" srcId="{859D7C83-7C17-4E86-B5A1-21CC39973685}" destId="{6F432B1C-D287-4CF4-BCAC-3398F1B59383}" srcOrd="1" destOrd="0" presId="urn:microsoft.com/office/officeart/2008/layout/LinedList"/>
    <dgm:cxn modelId="{786C4103-3D41-4C97-8684-EB1506CDB255}" type="presParOf" srcId="{859D7C83-7C17-4E86-B5A1-21CC39973685}" destId="{281017C9-5009-47A2-B28C-54D94D0E3D6B}" srcOrd="2" destOrd="0" presId="urn:microsoft.com/office/officeart/2008/layout/LinedList"/>
    <dgm:cxn modelId="{2C6458ED-7088-4901-9E0F-7E067CC0B1A6}" type="presParOf" srcId="{2A4190A1-A932-404B-B551-2AF150EAD07F}" destId="{C9324650-8C21-4D11-971B-35772B8E499F}" srcOrd="8" destOrd="0" presId="urn:microsoft.com/office/officeart/2008/layout/LinedList"/>
    <dgm:cxn modelId="{3377A41F-B6BA-48AF-AAF8-1BD58E47FECC}" type="presParOf" srcId="{2A4190A1-A932-404B-B551-2AF150EAD07F}" destId="{F91F6FF5-299C-43D7-9423-AC99F18A8B7C}" srcOrd="9" destOrd="0" presId="urn:microsoft.com/office/officeart/2008/layout/LinedList"/>
    <dgm:cxn modelId="{86D2A86E-7AD1-4908-B9BC-839CB52AC89E}" type="presParOf" srcId="{2A4190A1-A932-404B-B551-2AF150EAD07F}" destId="{FDBFEB36-2D2A-49F4-8DAF-4F966C572961}" srcOrd="10" destOrd="0" presId="urn:microsoft.com/office/officeart/2008/layout/LinedList"/>
    <dgm:cxn modelId="{A4777EEA-D52A-4578-B852-6D5D02970FE9}" type="presParOf" srcId="{FDBFEB36-2D2A-49F4-8DAF-4F966C572961}" destId="{F7D1BED6-3D95-4949-B52A-417C27B5980B}" srcOrd="0" destOrd="0" presId="urn:microsoft.com/office/officeart/2008/layout/LinedList"/>
    <dgm:cxn modelId="{F286F06C-95B5-4FBE-AF2D-D2B81DA58DE8}" type="presParOf" srcId="{FDBFEB36-2D2A-49F4-8DAF-4F966C572961}" destId="{A34343AA-5391-46C0-8B7B-CD3F9C9976E8}" srcOrd="1" destOrd="0" presId="urn:microsoft.com/office/officeart/2008/layout/LinedList"/>
    <dgm:cxn modelId="{94C11018-1352-42DA-90B6-8B9B1C059C10}" type="presParOf" srcId="{FDBFEB36-2D2A-49F4-8DAF-4F966C572961}" destId="{9D1F4F2B-860D-4FB7-8A58-B4EB0E445EFD}" srcOrd="2" destOrd="0" presId="urn:microsoft.com/office/officeart/2008/layout/LinedList"/>
    <dgm:cxn modelId="{C713BE74-CFBB-4F8E-878F-F5217782DB1B}" type="presParOf" srcId="{2A4190A1-A932-404B-B551-2AF150EAD07F}" destId="{3ED8535F-5815-4623-959D-14CCF280024F}" srcOrd="11" destOrd="0" presId="urn:microsoft.com/office/officeart/2008/layout/LinedList"/>
    <dgm:cxn modelId="{60DBF9A4-59FA-4DFC-9B0D-E1C9ABAD8E8D}" type="presParOf" srcId="{2A4190A1-A932-404B-B551-2AF150EAD07F}" destId="{D135811B-68E7-4721-9652-E2A81913F7CE}" srcOrd="12" destOrd="0" presId="urn:microsoft.com/office/officeart/2008/layout/LinedList"/>
    <dgm:cxn modelId="{24EA5E56-78BE-4A54-BE3E-72B970BF56EF}" type="presParOf" srcId="{2A4190A1-A932-404B-B551-2AF150EAD07F}" destId="{C20F4001-2FC4-4F38-A116-F6789D8C35D6}" srcOrd="13" destOrd="0" presId="urn:microsoft.com/office/officeart/2008/layout/LinedList"/>
    <dgm:cxn modelId="{02165D7C-EC93-423E-A593-07EC4EA808D6}" type="presParOf" srcId="{C20F4001-2FC4-4F38-A116-F6789D8C35D6}" destId="{F7812591-ED05-4F40-ACCA-E1D4791088B8}" srcOrd="0" destOrd="0" presId="urn:microsoft.com/office/officeart/2008/layout/LinedList"/>
    <dgm:cxn modelId="{FD38796D-4B31-43A6-9B2D-6F503455AC8C}" type="presParOf" srcId="{C20F4001-2FC4-4F38-A116-F6789D8C35D6}" destId="{6265DAC8-726A-4747-AC6A-553C167736CF}" srcOrd="1" destOrd="0" presId="urn:microsoft.com/office/officeart/2008/layout/LinedList"/>
    <dgm:cxn modelId="{6094C8D3-6600-47D0-A16E-392EB0F46F22}" type="presParOf" srcId="{C20F4001-2FC4-4F38-A116-F6789D8C35D6}" destId="{F5DEB1DB-6463-45C8-8EB5-C5A29FEE3C6E}" srcOrd="2" destOrd="0" presId="urn:microsoft.com/office/officeart/2008/layout/LinedList"/>
    <dgm:cxn modelId="{8D84EDA4-47F4-4D92-B2FD-A672469BFAC5}" type="presParOf" srcId="{2A4190A1-A932-404B-B551-2AF150EAD07F}" destId="{94C4C4B7-149C-493E-B19C-AA1438DD2747}" srcOrd="14" destOrd="0" presId="urn:microsoft.com/office/officeart/2008/layout/LinedList"/>
    <dgm:cxn modelId="{C297121C-770E-4292-9244-7C025E1C6BB2}" type="presParOf" srcId="{2A4190A1-A932-404B-B551-2AF150EAD07F}" destId="{70A83805-2AB4-4243-841E-88102A947B7B}" srcOrd="15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3733815-7964-4D87-859F-36F3DAAFC416}">
      <dsp:nvSpPr>
        <dsp:cNvPr id="0" name=""/>
        <dsp:cNvSpPr/>
      </dsp:nvSpPr>
      <dsp:spPr>
        <a:xfrm>
          <a:off x="0" y="2316"/>
          <a:ext cx="912363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F7802D0-0112-4BFC-AD8B-5A5CA44835EF}">
      <dsp:nvSpPr>
        <dsp:cNvPr id="0" name=""/>
        <dsp:cNvSpPr/>
      </dsp:nvSpPr>
      <dsp:spPr>
        <a:xfrm>
          <a:off x="0" y="2316"/>
          <a:ext cx="1824726" cy="47393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t" anchorCtr="0">
          <a:noAutofit/>
        </a:bodyPr>
        <a:lstStyle/>
        <a:p>
          <a:pPr lvl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200" kern="1200" dirty="0" err="1" smtClean="0"/>
            <a:t>site.local</a:t>
          </a:r>
          <a:endParaRPr lang="ru-RU" sz="3200" kern="1200" dirty="0"/>
        </a:p>
      </dsp:txBody>
      <dsp:txXfrm>
        <a:off x="0" y="2316"/>
        <a:ext cx="1824726" cy="4739383"/>
      </dsp:txXfrm>
    </dsp:sp>
    <dsp:sp modelId="{E6F5457E-F62D-41FB-A1C2-14F94CEB1A5A}">
      <dsp:nvSpPr>
        <dsp:cNvPr id="0" name=""/>
        <dsp:cNvSpPr/>
      </dsp:nvSpPr>
      <dsp:spPr>
        <a:xfrm>
          <a:off x="1961580" y="46979"/>
          <a:ext cx="3512597" cy="8932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lvl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2400" kern="1200" dirty="0" smtClean="0"/>
        </a:p>
        <a:p>
          <a:pPr lvl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kern="1200" dirty="0" smtClean="0"/>
            <a:t>index.html</a:t>
          </a:r>
          <a:endParaRPr lang="ru-RU" sz="2400" kern="1200" dirty="0"/>
        </a:p>
      </dsp:txBody>
      <dsp:txXfrm>
        <a:off x="1961580" y="46979"/>
        <a:ext cx="3512597" cy="893262"/>
      </dsp:txXfrm>
    </dsp:sp>
    <dsp:sp modelId="{65926BF4-8151-4F7D-8594-8C3147CC2CAA}">
      <dsp:nvSpPr>
        <dsp:cNvPr id="0" name=""/>
        <dsp:cNvSpPr/>
      </dsp:nvSpPr>
      <dsp:spPr>
        <a:xfrm>
          <a:off x="1824725" y="940242"/>
          <a:ext cx="729890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AEBB672-8532-4213-B316-4EE3CA1BCF9A}">
      <dsp:nvSpPr>
        <dsp:cNvPr id="0" name=""/>
        <dsp:cNvSpPr/>
      </dsp:nvSpPr>
      <dsp:spPr>
        <a:xfrm>
          <a:off x="1961580" y="984905"/>
          <a:ext cx="3512597" cy="8932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lvl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kern="1200" dirty="0" err="1" smtClean="0"/>
            <a:t>img</a:t>
          </a:r>
          <a:endParaRPr lang="ru-RU" sz="2400" kern="1200" dirty="0"/>
        </a:p>
      </dsp:txBody>
      <dsp:txXfrm>
        <a:off x="1961580" y="984905"/>
        <a:ext cx="3512597" cy="893262"/>
      </dsp:txXfrm>
    </dsp:sp>
    <dsp:sp modelId="{7C769B87-7350-49C7-AD16-E06119FE453C}">
      <dsp:nvSpPr>
        <dsp:cNvPr id="0" name=""/>
        <dsp:cNvSpPr/>
      </dsp:nvSpPr>
      <dsp:spPr>
        <a:xfrm>
          <a:off x="5611032" y="984905"/>
          <a:ext cx="3512597" cy="2233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lvl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 smtClean="0"/>
            <a:t>pict.jpg</a:t>
          </a:r>
          <a:endParaRPr lang="ru-RU" sz="1400" kern="1200" dirty="0"/>
        </a:p>
      </dsp:txBody>
      <dsp:txXfrm>
        <a:off x="5611032" y="984905"/>
        <a:ext cx="3512597" cy="223315"/>
      </dsp:txXfrm>
    </dsp:sp>
    <dsp:sp modelId="{65B5837A-F050-4582-9D10-E4FCB3DCCD18}">
      <dsp:nvSpPr>
        <dsp:cNvPr id="0" name=""/>
        <dsp:cNvSpPr/>
      </dsp:nvSpPr>
      <dsp:spPr>
        <a:xfrm>
          <a:off x="5474178" y="1208220"/>
          <a:ext cx="3512597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889D25D-786E-4C4F-B497-588727B09ECA}">
      <dsp:nvSpPr>
        <dsp:cNvPr id="0" name=""/>
        <dsp:cNvSpPr/>
      </dsp:nvSpPr>
      <dsp:spPr>
        <a:xfrm>
          <a:off x="5611032" y="1208220"/>
          <a:ext cx="3512597" cy="2233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lvl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 smtClean="0"/>
            <a:t>pict.png</a:t>
          </a:r>
          <a:endParaRPr lang="ru-RU" sz="1400" kern="1200" dirty="0"/>
        </a:p>
      </dsp:txBody>
      <dsp:txXfrm>
        <a:off x="5611032" y="1208220"/>
        <a:ext cx="3512597" cy="223315"/>
      </dsp:txXfrm>
    </dsp:sp>
    <dsp:sp modelId="{FCD44B24-5DB3-4362-B187-515B1345EE35}">
      <dsp:nvSpPr>
        <dsp:cNvPr id="0" name=""/>
        <dsp:cNvSpPr/>
      </dsp:nvSpPr>
      <dsp:spPr>
        <a:xfrm>
          <a:off x="5474178" y="1431536"/>
          <a:ext cx="3512597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649FFCB-324E-4117-A8BF-806D1DD28977}">
      <dsp:nvSpPr>
        <dsp:cNvPr id="0" name=""/>
        <dsp:cNvSpPr/>
      </dsp:nvSpPr>
      <dsp:spPr>
        <a:xfrm>
          <a:off x="5611032" y="1431536"/>
          <a:ext cx="3512597" cy="2233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lvl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 smtClean="0"/>
            <a:t>pict.gif</a:t>
          </a:r>
          <a:endParaRPr lang="ru-RU" sz="1400" kern="1200" dirty="0"/>
        </a:p>
      </dsp:txBody>
      <dsp:txXfrm>
        <a:off x="5611032" y="1431536"/>
        <a:ext cx="3512597" cy="223315"/>
      </dsp:txXfrm>
    </dsp:sp>
    <dsp:sp modelId="{5AEEF9D2-6DC6-4257-B952-8D194CAD4AC5}">
      <dsp:nvSpPr>
        <dsp:cNvPr id="0" name=""/>
        <dsp:cNvSpPr/>
      </dsp:nvSpPr>
      <dsp:spPr>
        <a:xfrm>
          <a:off x="5474178" y="1654852"/>
          <a:ext cx="3512597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798A13F-EC00-4D52-A650-905676E3DECF}">
      <dsp:nvSpPr>
        <dsp:cNvPr id="0" name=""/>
        <dsp:cNvSpPr/>
      </dsp:nvSpPr>
      <dsp:spPr>
        <a:xfrm>
          <a:off x="5611032" y="1654852"/>
          <a:ext cx="3512597" cy="2233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lvl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 err="1" smtClean="0"/>
            <a:t>pict.svg</a:t>
          </a:r>
          <a:endParaRPr lang="ru-RU" sz="1400" kern="1200" dirty="0"/>
        </a:p>
      </dsp:txBody>
      <dsp:txXfrm>
        <a:off x="5611032" y="1654852"/>
        <a:ext cx="3512597" cy="223315"/>
      </dsp:txXfrm>
    </dsp:sp>
    <dsp:sp modelId="{EC5DE6F7-F480-4AB4-B7D1-B61177F82FEA}">
      <dsp:nvSpPr>
        <dsp:cNvPr id="0" name=""/>
        <dsp:cNvSpPr/>
      </dsp:nvSpPr>
      <dsp:spPr>
        <a:xfrm>
          <a:off x="1824725" y="1878167"/>
          <a:ext cx="729890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A646B64-E8A2-456C-AF60-49B1C3502B54}">
      <dsp:nvSpPr>
        <dsp:cNvPr id="0" name=""/>
        <dsp:cNvSpPr/>
      </dsp:nvSpPr>
      <dsp:spPr>
        <a:xfrm>
          <a:off x="1961580" y="1922831"/>
          <a:ext cx="3512597" cy="8932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lvl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kern="1200" dirty="0" err="1" smtClean="0"/>
            <a:t>css</a:t>
          </a:r>
          <a:endParaRPr lang="ru-RU" sz="2400" kern="1200" dirty="0"/>
        </a:p>
      </dsp:txBody>
      <dsp:txXfrm>
        <a:off x="1961580" y="1922831"/>
        <a:ext cx="3512597" cy="893262"/>
      </dsp:txXfrm>
    </dsp:sp>
    <dsp:sp modelId="{6F432B1C-D287-4CF4-BCAC-3398F1B59383}">
      <dsp:nvSpPr>
        <dsp:cNvPr id="0" name=""/>
        <dsp:cNvSpPr/>
      </dsp:nvSpPr>
      <dsp:spPr>
        <a:xfrm>
          <a:off x="5611032" y="1922831"/>
          <a:ext cx="3512597" cy="8932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lvl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 smtClean="0"/>
            <a:t>style.css</a:t>
          </a:r>
          <a:endParaRPr lang="ru-RU" sz="1400" kern="1200" dirty="0"/>
        </a:p>
      </dsp:txBody>
      <dsp:txXfrm>
        <a:off x="5611032" y="1922831"/>
        <a:ext cx="3512597" cy="893262"/>
      </dsp:txXfrm>
    </dsp:sp>
    <dsp:sp modelId="{C9324650-8C21-4D11-971B-35772B8E499F}">
      <dsp:nvSpPr>
        <dsp:cNvPr id="0" name=""/>
        <dsp:cNvSpPr/>
      </dsp:nvSpPr>
      <dsp:spPr>
        <a:xfrm>
          <a:off x="1824725" y="2816093"/>
          <a:ext cx="729890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34343AA-5391-46C0-8B7B-CD3F9C9976E8}">
      <dsp:nvSpPr>
        <dsp:cNvPr id="0" name=""/>
        <dsp:cNvSpPr/>
      </dsp:nvSpPr>
      <dsp:spPr>
        <a:xfrm>
          <a:off x="1961580" y="2860756"/>
          <a:ext cx="3512597" cy="8932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lvl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kern="1200" dirty="0" err="1" smtClean="0"/>
            <a:t>js</a:t>
          </a:r>
          <a:endParaRPr lang="ru-RU" sz="2400" kern="1200" dirty="0"/>
        </a:p>
      </dsp:txBody>
      <dsp:txXfrm>
        <a:off x="1961580" y="2860756"/>
        <a:ext cx="3512597" cy="893262"/>
      </dsp:txXfrm>
    </dsp:sp>
    <dsp:sp modelId="{3ED8535F-5815-4623-959D-14CCF280024F}">
      <dsp:nvSpPr>
        <dsp:cNvPr id="0" name=""/>
        <dsp:cNvSpPr/>
      </dsp:nvSpPr>
      <dsp:spPr>
        <a:xfrm>
          <a:off x="1824725" y="3754019"/>
          <a:ext cx="729890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265DAC8-726A-4747-AC6A-553C167736CF}">
      <dsp:nvSpPr>
        <dsp:cNvPr id="0" name=""/>
        <dsp:cNvSpPr/>
      </dsp:nvSpPr>
      <dsp:spPr>
        <a:xfrm>
          <a:off x="1961580" y="3798682"/>
          <a:ext cx="3512597" cy="8932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lvl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kern="1200" dirty="0" smtClean="0"/>
            <a:t>font</a:t>
          </a:r>
          <a:endParaRPr lang="ru-RU" sz="2400" kern="1200" dirty="0"/>
        </a:p>
      </dsp:txBody>
      <dsp:txXfrm>
        <a:off x="1961580" y="3798682"/>
        <a:ext cx="3512597" cy="893262"/>
      </dsp:txXfrm>
    </dsp:sp>
    <dsp:sp modelId="{94C4C4B7-149C-493E-B19C-AA1438DD2747}">
      <dsp:nvSpPr>
        <dsp:cNvPr id="0" name=""/>
        <dsp:cNvSpPr/>
      </dsp:nvSpPr>
      <dsp:spPr>
        <a:xfrm>
          <a:off x="1824725" y="4691945"/>
          <a:ext cx="729890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3733815-7964-4D87-859F-36F3DAAFC416}">
      <dsp:nvSpPr>
        <dsp:cNvPr id="0" name=""/>
        <dsp:cNvSpPr/>
      </dsp:nvSpPr>
      <dsp:spPr>
        <a:xfrm>
          <a:off x="0" y="2141"/>
          <a:ext cx="10255313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F7802D0-0112-4BFC-AD8B-5A5CA44835EF}">
      <dsp:nvSpPr>
        <dsp:cNvPr id="0" name=""/>
        <dsp:cNvSpPr/>
      </dsp:nvSpPr>
      <dsp:spPr>
        <a:xfrm>
          <a:off x="0" y="2141"/>
          <a:ext cx="2051062" cy="43806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t" anchorCtr="0">
          <a:noAutofit/>
        </a:bodyPr>
        <a:lstStyle/>
        <a:p>
          <a:pPr lvl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200" kern="1200" dirty="0" err="1" smtClean="0"/>
            <a:t>site.local</a:t>
          </a:r>
          <a:endParaRPr lang="ru-RU" sz="3200" kern="1200" dirty="0"/>
        </a:p>
      </dsp:txBody>
      <dsp:txXfrm>
        <a:off x="0" y="2141"/>
        <a:ext cx="2051062" cy="4380612"/>
      </dsp:txXfrm>
    </dsp:sp>
    <dsp:sp modelId="{E6F5457E-F62D-41FB-A1C2-14F94CEB1A5A}">
      <dsp:nvSpPr>
        <dsp:cNvPr id="0" name=""/>
        <dsp:cNvSpPr/>
      </dsp:nvSpPr>
      <dsp:spPr>
        <a:xfrm>
          <a:off x="2204892" y="43423"/>
          <a:ext cx="3948295" cy="8256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lvl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2400" kern="1200" dirty="0" smtClean="0"/>
        </a:p>
        <a:p>
          <a:pPr lvl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kern="1200" dirty="0" smtClean="0"/>
            <a:t>index.html</a:t>
          </a:r>
          <a:endParaRPr lang="ru-RU" sz="2400" kern="1200" dirty="0"/>
        </a:p>
      </dsp:txBody>
      <dsp:txXfrm>
        <a:off x="2204892" y="43423"/>
        <a:ext cx="3948295" cy="825642"/>
      </dsp:txXfrm>
    </dsp:sp>
    <dsp:sp modelId="{65926BF4-8151-4F7D-8594-8C3147CC2CAA}">
      <dsp:nvSpPr>
        <dsp:cNvPr id="0" name=""/>
        <dsp:cNvSpPr/>
      </dsp:nvSpPr>
      <dsp:spPr>
        <a:xfrm>
          <a:off x="2051062" y="869066"/>
          <a:ext cx="820425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AEBB672-8532-4213-B316-4EE3CA1BCF9A}">
      <dsp:nvSpPr>
        <dsp:cNvPr id="0" name=""/>
        <dsp:cNvSpPr/>
      </dsp:nvSpPr>
      <dsp:spPr>
        <a:xfrm>
          <a:off x="2204892" y="910348"/>
          <a:ext cx="3948295" cy="8256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lvl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kern="1200" dirty="0" err="1" smtClean="0"/>
            <a:t>img</a:t>
          </a:r>
          <a:endParaRPr lang="ru-RU" sz="2400" kern="1200" dirty="0"/>
        </a:p>
      </dsp:txBody>
      <dsp:txXfrm>
        <a:off x="2204892" y="910348"/>
        <a:ext cx="3948295" cy="825642"/>
      </dsp:txXfrm>
    </dsp:sp>
    <dsp:sp modelId="{7C769B87-7350-49C7-AD16-E06119FE453C}">
      <dsp:nvSpPr>
        <dsp:cNvPr id="0" name=""/>
        <dsp:cNvSpPr/>
      </dsp:nvSpPr>
      <dsp:spPr>
        <a:xfrm>
          <a:off x="6307017" y="910348"/>
          <a:ext cx="3948295" cy="2064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lvl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 smtClean="0"/>
            <a:t>pict.jpg</a:t>
          </a:r>
          <a:endParaRPr lang="ru-RU" sz="1400" kern="1200" dirty="0"/>
        </a:p>
      </dsp:txBody>
      <dsp:txXfrm>
        <a:off x="6307017" y="910348"/>
        <a:ext cx="3948295" cy="206410"/>
      </dsp:txXfrm>
    </dsp:sp>
    <dsp:sp modelId="{65B5837A-F050-4582-9D10-E4FCB3DCCD18}">
      <dsp:nvSpPr>
        <dsp:cNvPr id="0" name=""/>
        <dsp:cNvSpPr/>
      </dsp:nvSpPr>
      <dsp:spPr>
        <a:xfrm>
          <a:off x="6153187" y="1116758"/>
          <a:ext cx="3948295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889D25D-786E-4C4F-B497-588727B09ECA}">
      <dsp:nvSpPr>
        <dsp:cNvPr id="0" name=""/>
        <dsp:cNvSpPr/>
      </dsp:nvSpPr>
      <dsp:spPr>
        <a:xfrm>
          <a:off x="6307017" y="1116758"/>
          <a:ext cx="3948295" cy="2064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lvl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 smtClean="0"/>
            <a:t>pict.png</a:t>
          </a:r>
          <a:endParaRPr lang="ru-RU" sz="1400" kern="1200" dirty="0"/>
        </a:p>
      </dsp:txBody>
      <dsp:txXfrm>
        <a:off x="6307017" y="1116758"/>
        <a:ext cx="3948295" cy="206410"/>
      </dsp:txXfrm>
    </dsp:sp>
    <dsp:sp modelId="{FCD44B24-5DB3-4362-B187-515B1345EE35}">
      <dsp:nvSpPr>
        <dsp:cNvPr id="0" name=""/>
        <dsp:cNvSpPr/>
      </dsp:nvSpPr>
      <dsp:spPr>
        <a:xfrm>
          <a:off x="6153187" y="1323169"/>
          <a:ext cx="3948295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649FFCB-324E-4117-A8BF-806D1DD28977}">
      <dsp:nvSpPr>
        <dsp:cNvPr id="0" name=""/>
        <dsp:cNvSpPr/>
      </dsp:nvSpPr>
      <dsp:spPr>
        <a:xfrm>
          <a:off x="6307017" y="1323169"/>
          <a:ext cx="3948295" cy="2064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lvl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 smtClean="0"/>
            <a:t>pict.gif</a:t>
          </a:r>
          <a:endParaRPr lang="ru-RU" sz="1400" kern="1200" dirty="0"/>
        </a:p>
      </dsp:txBody>
      <dsp:txXfrm>
        <a:off x="6307017" y="1323169"/>
        <a:ext cx="3948295" cy="206410"/>
      </dsp:txXfrm>
    </dsp:sp>
    <dsp:sp modelId="{5AEEF9D2-6DC6-4257-B952-8D194CAD4AC5}">
      <dsp:nvSpPr>
        <dsp:cNvPr id="0" name=""/>
        <dsp:cNvSpPr/>
      </dsp:nvSpPr>
      <dsp:spPr>
        <a:xfrm>
          <a:off x="6153187" y="1529580"/>
          <a:ext cx="3948295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798A13F-EC00-4D52-A650-905676E3DECF}">
      <dsp:nvSpPr>
        <dsp:cNvPr id="0" name=""/>
        <dsp:cNvSpPr/>
      </dsp:nvSpPr>
      <dsp:spPr>
        <a:xfrm>
          <a:off x="6307017" y="1529580"/>
          <a:ext cx="3948295" cy="2064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lvl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 err="1" smtClean="0"/>
            <a:t>pict.svg</a:t>
          </a:r>
          <a:endParaRPr lang="ru-RU" sz="1400" kern="1200" dirty="0"/>
        </a:p>
      </dsp:txBody>
      <dsp:txXfrm>
        <a:off x="6307017" y="1529580"/>
        <a:ext cx="3948295" cy="206410"/>
      </dsp:txXfrm>
    </dsp:sp>
    <dsp:sp modelId="{EC5DE6F7-F480-4AB4-B7D1-B61177F82FEA}">
      <dsp:nvSpPr>
        <dsp:cNvPr id="0" name=""/>
        <dsp:cNvSpPr/>
      </dsp:nvSpPr>
      <dsp:spPr>
        <a:xfrm>
          <a:off x="2051062" y="1735991"/>
          <a:ext cx="820425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A646B64-E8A2-456C-AF60-49B1C3502B54}">
      <dsp:nvSpPr>
        <dsp:cNvPr id="0" name=""/>
        <dsp:cNvSpPr/>
      </dsp:nvSpPr>
      <dsp:spPr>
        <a:xfrm>
          <a:off x="2204892" y="1777273"/>
          <a:ext cx="3948295" cy="8256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lvl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kern="1200" dirty="0" err="1" smtClean="0"/>
            <a:t>css</a:t>
          </a:r>
          <a:endParaRPr lang="ru-RU" sz="2400" kern="1200" dirty="0"/>
        </a:p>
      </dsp:txBody>
      <dsp:txXfrm>
        <a:off x="2204892" y="1777273"/>
        <a:ext cx="3948295" cy="825642"/>
      </dsp:txXfrm>
    </dsp:sp>
    <dsp:sp modelId="{6F432B1C-D287-4CF4-BCAC-3398F1B59383}">
      <dsp:nvSpPr>
        <dsp:cNvPr id="0" name=""/>
        <dsp:cNvSpPr/>
      </dsp:nvSpPr>
      <dsp:spPr>
        <a:xfrm>
          <a:off x="6307017" y="1777273"/>
          <a:ext cx="3948295" cy="8256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lvl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 smtClean="0"/>
            <a:t>style.css</a:t>
          </a:r>
          <a:endParaRPr lang="ru-RU" sz="1400" kern="1200" dirty="0"/>
        </a:p>
      </dsp:txBody>
      <dsp:txXfrm>
        <a:off x="6307017" y="1777273"/>
        <a:ext cx="3948295" cy="825642"/>
      </dsp:txXfrm>
    </dsp:sp>
    <dsp:sp modelId="{C9324650-8C21-4D11-971B-35772B8E499F}">
      <dsp:nvSpPr>
        <dsp:cNvPr id="0" name=""/>
        <dsp:cNvSpPr/>
      </dsp:nvSpPr>
      <dsp:spPr>
        <a:xfrm>
          <a:off x="2051062" y="2602916"/>
          <a:ext cx="820425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34343AA-5391-46C0-8B7B-CD3F9C9976E8}">
      <dsp:nvSpPr>
        <dsp:cNvPr id="0" name=""/>
        <dsp:cNvSpPr/>
      </dsp:nvSpPr>
      <dsp:spPr>
        <a:xfrm>
          <a:off x="2204892" y="2644198"/>
          <a:ext cx="3948295" cy="8256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lvl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kern="1200" dirty="0" err="1" smtClean="0"/>
            <a:t>js</a:t>
          </a:r>
          <a:endParaRPr lang="ru-RU" sz="2400" kern="1200" dirty="0"/>
        </a:p>
      </dsp:txBody>
      <dsp:txXfrm>
        <a:off x="2204892" y="2644198"/>
        <a:ext cx="3948295" cy="825642"/>
      </dsp:txXfrm>
    </dsp:sp>
    <dsp:sp modelId="{3ED8535F-5815-4623-959D-14CCF280024F}">
      <dsp:nvSpPr>
        <dsp:cNvPr id="0" name=""/>
        <dsp:cNvSpPr/>
      </dsp:nvSpPr>
      <dsp:spPr>
        <a:xfrm>
          <a:off x="2051062" y="3469841"/>
          <a:ext cx="820425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265DAC8-726A-4747-AC6A-553C167736CF}">
      <dsp:nvSpPr>
        <dsp:cNvPr id="0" name=""/>
        <dsp:cNvSpPr/>
      </dsp:nvSpPr>
      <dsp:spPr>
        <a:xfrm>
          <a:off x="2204892" y="3511123"/>
          <a:ext cx="3948295" cy="8256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lvl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kern="1200" dirty="0" smtClean="0"/>
            <a:t>font</a:t>
          </a:r>
          <a:endParaRPr lang="ru-RU" sz="2400" kern="1200" dirty="0"/>
        </a:p>
      </dsp:txBody>
      <dsp:txXfrm>
        <a:off x="2204892" y="3511123"/>
        <a:ext cx="3948295" cy="825642"/>
      </dsp:txXfrm>
    </dsp:sp>
    <dsp:sp modelId="{94C4C4B7-149C-493E-B19C-AA1438DD2747}">
      <dsp:nvSpPr>
        <dsp:cNvPr id="0" name=""/>
        <dsp:cNvSpPr/>
      </dsp:nvSpPr>
      <dsp:spPr>
        <a:xfrm>
          <a:off x="2051062" y="4336766"/>
          <a:ext cx="820425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AAA68D-5941-4761-89A0-95018691671B}" type="datetimeFigureOut">
              <a:rPr lang="ru-RU" smtClean="0"/>
              <a:t>25.08.2025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DDD5C4-AA2A-4F63-A5A6-17D25A0D312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7430392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7851B8-72A9-4043-B9D2-0F08FAB537CD}" type="datetimeFigureOut">
              <a:rPr lang="ru-RU" smtClean="0"/>
              <a:t>25.08.2025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324F0A-6262-4542-81C8-50BC643AD2B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768158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324F0A-6262-4542-81C8-50BC643AD2BE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0886230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F6C2C9-BB2F-4A2D-885B-612980E17500}" type="slidenum">
              <a:rPr lang="ru-RU" smtClean="0"/>
              <a:t>18</a:t>
            </a:fld>
            <a:endParaRPr lang="ru-RU"/>
          </a:p>
        </p:txBody>
      </p:sp>
      <p:sp>
        <p:nvSpPr>
          <p:cNvPr id="5" name="Верхний колонтитул 4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ru-RU" smtClean="0"/>
              <a:t>Каскадные таблицы стилей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339858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9980" y="882376"/>
            <a:ext cx="9966960" cy="2926080"/>
          </a:xfrm>
        </p:spPr>
        <p:txBody>
          <a:bodyPr anchor="b">
            <a:normAutofit/>
          </a:bodyPr>
          <a:lstStyle>
            <a:lvl1pPr algn="ctr">
              <a:lnSpc>
                <a:spcPct val="85000"/>
              </a:lnSpc>
              <a:defRPr sz="7200" b="1" cap="all" baseline="0">
                <a:solidFill>
                  <a:schemeClr val="tx1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09530" y="3869634"/>
            <a:ext cx="8767860" cy="1388165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18C5D61-CF30-44AE-BFA3-BEB875CB8011}" type="datetime1">
              <a:rPr lang="ru-RU" smtClean="0"/>
              <a:t>25.08.2025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B0CCFDB-3502-4D4F-8245-6EC769DBA97F}" type="slidenum">
              <a:rPr lang="ru-RU" smtClean="0"/>
              <a:t>‹#›</a:t>
            </a:fld>
            <a:endParaRPr lang="ru-RU"/>
          </a:p>
        </p:txBody>
      </p:sp>
      <p:cxnSp>
        <p:nvCxnSpPr>
          <p:cNvPr id="8" name="Straight Connector 7"/>
          <p:cNvCxnSpPr/>
          <p:nvPr/>
        </p:nvCxnSpPr>
        <p:spPr>
          <a:xfrm>
            <a:off x="1978660" y="3733800"/>
            <a:ext cx="822960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14272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11D972-B1B6-4EF8-A048-892BDC1477EF}" type="datetime1">
              <a:rPr lang="ru-RU" smtClean="0"/>
              <a:t>25.08.2025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CCFDB-3502-4D4F-8245-6EC769DBA97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253987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6424" y="1173575"/>
            <a:ext cx="9966960" cy="2926080"/>
          </a:xfrm>
        </p:spPr>
        <p:txBody>
          <a:bodyPr anchor="b">
            <a:noAutofit/>
          </a:bodyPr>
          <a:lstStyle>
            <a:lvl1pPr algn="ctr">
              <a:lnSpc>
                <a:spcPct val="85000"/>
              </a:lnSpc>
              <a:defRPr sz="7200" b="0" cap="all" baseline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09928" y="4154520"/>
            <a:ext cx="8769096" cy="1363806"/>
          </a:xfrm>
        </p:spPr>
        <p:txBody>
          <a:bodyPr anchor="t">
            <a:normAutofit/>
          </a:bodyPr>
          <a:lstStyle>
            <a:lvl1pPr marL="0" indent="0" algn="ctr">
              <a:buNone/>
              <a:defRPr sz="22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0B05CE-049C-4DAE-9C44-B684542B207C}" type="datetime1">
              <a:rPr lang="ru-RU" smtClean="0"/>
              <a:t>25.08.2025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CCFDB-3502-4D4F-8245-6EC769DBA97F}" type="slidenum">
              <a:rPr lang="ru-RU" smtClean="0"/>
              <a:t>‹#›</a:t>
            </a:fld>
            <a:endParaRPr lang="ru-RU"/>
          </a:p>
        </p:txBody>
      </p:sp>
      <p:cxnSp>
        <p:nvCxnSpPr>
          <p:cNvPr id="7" name="Straight Connector 6"/>
          <p:cNvCxnSpPr/>
          <p:nvPr/>
        </p:nvCxnSpPr>
        <p:spPr>
          <a:xfrm>
            <a:off x="1981200" y="4020408"/>
            <a:ext cx="822960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710728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3000" y="2057399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67612" y="2057400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67FF4-205D-4C0C-80FD-3083B372FC59}" type="datetime1">
              <a:rPr lang="ru-RU" smtClean="0"/>
              <a:t>25.08.2025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CCFDB-3502-4D4F-8245-6EC769DBA97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054143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01511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3000" y="2721483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69173" y="1999032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69173" y="2719322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F53E6C-6012-478D-8EE7-9AC326F6AB8D}" type="datetime1">
              <a:rPr lang="ru-RU" smtClean="0"/>
              <a:t>25.08.2025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CCFDB-3502-4D4F-8245-6EC769DBA97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772538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590D42-E457-445E-877F-08A4227BA43A}" type="datetime1">
              <a:rPr lang="ru-RU" smtClean="0"/>
              <a:t>25.08.2025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CCFDB-3502-4D4F-8245-6EC769DBA97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200635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27B6C-6DDD-40D3-8511-4812A0830C2A}" type="datetime1">
              <a:rPr lang="ru-RU" smtClean="0"/>
              <a:t>25.08.2025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CCFDB-3502-4D4F-8245-6EC769DBA97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094274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52159" y="1097280"/>
            <a:ext cx="5212080" cy="46634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301752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17B022-CA59-41F1-B5DB-657B06A2F094}" type="datetime1">
              <a:rPr lang="ru-RU" smtClean="0"/>
              <a:t>25.08.2025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CCFDB-3502-4D4F-8245-6EC769DBA97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926500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413248" y="1069847"/>
            <a:ext cx="6099048" cy="4800600"/>
          </a:xfrm>
        </p:spPr>
        <p:txBody>
          <a:bodyPr lIns="274320" tIns="182880" anchor="t"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288036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532B55-15ED-43FE-8714-0ED7E7BBB3E8}" type="datetime1">
              <a:rPr lang="ru-RU" smtClean="0"/>
              <a:t>25.08.2025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CCFDB-3502-4D4F-8245-6EC769DBA97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237162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AC0D42-87FF-47F5-B0CE-EE507F9F6298}" type="datetime1">
              <a:rPr lang="ru-RU" smtClean="0"/>
              <a:t>25.08.2025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CCFDB-3502-4D4F-8245-6EC769DBA97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051515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762000"/>
            <a:ext cx="2324100" cy="5410200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762000"/>
            <a:ext cx="7429500" cy="5410200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DEEE0-2AB8-43E5-834E-B1DBAA8BD110}" type="datetime1">
              <a:rPr lang="ru-RU" smtClean="0"/>
              <a:t>25.08.2025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CCFDB-3502-4D4F-8245-6EC769DBA97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578757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3000" y="609600"/>
            <a:ext cx="9875520" cy="1356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57400"/>
            <a:ext cx="9872871" cy="4038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42996" y="6223828"/>
            <a:ext cx="23290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2D92F70A-E770-445F-BD42-CE40C533C486}" type="datetime1">
              <a:rPr lang="ru-RU" smtClean="0"/>
              <a:t>25.08.2025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49148" y="6223828"/>
            <a:ext cx="47177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29530" y="6223828"/>
            <a:ext cx="17062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0B0CCFDB-3502-4D4F-8245-6EC769DBA97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779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182880" algn="l" defTabSz="914400" rtl="0" eaLnBrk="1" latinLnBrk="0" hangingPunct="1">
        <a:lnSpc>
          <a:spcPct val="90000"/>
        </a:lnSpc>
        <a:spcBef>
          <a:spcPts val="1400"/>
        </a:spcBef>
        <a:buClr>
          <a:schemeClr val="tx1"/>
        </a:buClr>
        <a:buSzPct val="80000"/>
        <a:buFont typeface="Corbe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SzPct val="80000"/>
        <a:buFont typeface="Corbe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SzPct val="80000"/>
        <a:buFont typeface="Corbe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SzPct val="80000"/>
        <a:buFont typeface="Corbe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SzPct val="80000"/>
        <a:buFont typeface="Corbe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SzPct val="80000"/>
        <a:buFont typeface="Corbe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SzPct val="80000"/>
        <a:buFont typeface="Corbe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SzPct val="80000"/>
        <a:buFont typeface="Corbe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SzPct val="80000"/>
        <a:buFont typeface="Corbe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 smtClean="0"/>
              <a:t>Верстка сайтов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 smtClean="0"/>
              <a:t>Мухина Юлия </a:t>
            </a:r>
            <a:r>
              <a:rPr lang="ru-RU" dirty="0" err="1" smtClean="0"/>
              <a:t>Рамилевна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CCFDB-3502-4D4F-8245-6EC769DBA97F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887335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Верстка сайта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" indent="0">
              <a:buNone/>
            </a:pPr>
            <a:r>
              <a:rPr lang="ru-RU" sz="2400" dirty="0" smtClean="0"/>
              <a:t>Это процесс создания </a:t>
            </a:r>
            <a:r>
              <a:rPr lang="en-US" sz="2400" dirty="0" smtClean="0"/>
              <a:t>HTML+CSS</a:t>
            </a:r>
            <a:r>
              <a:rPr lang="ru-RU" sz="2400" dirty="0" smtClean="0"/>
              <a:t> шаблона сайта.</a:t>
            </a:r>
          </a:p>
          <a:p>
            <a:pPr marL="45720" indent="0">
              <a:buNone/>
            </a:pPr>
            <a:r>
              <a:rPr lang="ru-RU" sz="2400" dirty="0" smtClean="0"/>
              <a:t>Чаще всего в шаблон встраиваются и </a:t>
            </a:r>
            <a:r>
              <a:rPr lang="en-US" sz="2400" dirty="0" err="1" smtClean="0"/>
              <a:t>js</a:t>
            </a:r>
            <a:r>
              <a:rPr lang="ru-RU" sz="2400" dirty="0" smtClean="0"/>
              <a:t>-скрипты (</a:t>
            </a:r>
            <a:r>
              <a:rPr lang="en-US" sz="2400" dirty="0" smtClean="0"/>
              <a:t>JavaScript</a:t>
            </a:r>
            <a:r>
              <a:rPr lang="ru-RU" sz="2400" dirty="0" smtClean="0"/>
              <a:t>), отвечающие за интерактивность веб-страниц.</a:t>
            </a:r>
            <a:endParaRPr lang="en-US" sz="2400" dirty="0" smtClean="0"/>
          </a:p>
          <a:p>
            <a:pPr marL="45720" indent="0">
              <a:buNone/>
            </a:pPr>
            <a:r>
              <a:rPr lang="ru-RU" sz="2400" dirty="0" smtClean="0"/>
              <a:t>На сегодняшний день для разработки большинства шаблонов используются библиотеки и </a:t>
            </a:r>
            <a:r>
              <a:rPr lang="ru-RU" sz="2400" dirty="0" err="1" smtClean="0"/>
              <a:t>фреймворки</a:t>
            </a:r>
            <a:r>
              <a:rPr lang="ru-RU" sz="2400" dirty="0" smtClean="0"/>
              <a:t>, облегчающие верстку.</a:t>
            </a:r>
          </a:p>
          <a:p>
            <a:pPr marL="45720" indent="0">
              <a:buNone/>
            </a:pPr>
            <a:r>
              <a:rPr lang="ru-RU" sz="2400" dirty="0" smtClean="0"/>
              <a:t>Фреймворк </a:t>
            </a:r>
            <a:r>
              <a:rPr lang="en-US" sz="2400" dirty="0" smtClean="0"/>
              <a:t>Bootstrap, </a:t>
            </a:r>
            <a:r>
              <a:rPr lang="en-US" sz="2400" dirty="0" smtClean="0"/>
              <a:t>Tailwind</a:t>
            </a:r>
            <a:r>
              <a:rPr lang="en-US" sz="2400" dirty="0" smtClean="0"/>
              <a:t> </a:t>
            </a:r>
            <a:r>
              <a:rPr lang="en-US" sz="2400" dirty="0" smtClean="0"/>
              <a:t>(HTML, CSS, JavaScript)</a:t>
            </a:r>
          </a:p>
          <a:p>
            <a:pPr marL="45720" indent="0">
              <a:buNone/>
            </a:pPr>
            <a:endParaRPr lang="en-US" sz="2400" dirty="0" smtClean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CCFDB-3502-4D4F-8245-6EC769DBA97F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09465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 smtClean="0"/>
              <a:t>Основы </a:t>
            </a:r>
            <a:r>
              <a:rPr lang="en-US" dirty="0" smtClean="0"/>
              <a:t>HTML</a:t>
            </a:r>
            <a:endParaRPr lang="ru-RU" dirty="0"/>
          </a:p>
        </p:txBody>
      </p:sp>
      <p:sp>
        <p:nvSpPr>
          <p:cNvPr id="5" name="Подзаголовок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CCFDB-3502-4D4F-8245-6EC769DBA97F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354521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143000" y="336638"/>
            <a:ext cx="9875520" cy="1356360"/>
          </a:xfrm>
        </p:spPr>
        <p:txBody>
          <a:bodyPr/>
          <a:lstStyle/>
          <a:p>
            <a:r>
              <a:rPr lang="ru-RU" b="1" dirty="0" smtClean="0"/>
              <a:t>Структура проекта</a:t>
            </a:r>
            <a:endParaRPr lang="ru-RU" b="1" dirty="0"/>
          </a:p>
        </p:txBody>
      </p:sp>
      <p:graphicFrame>
        <p:nvGraphicFramePr>
          <p:cNvPr id="4" name="Объект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21797386"/>
              </p:ext>
            </p:extLst>
          </p:nvPr>
        </p:nvGraphicFramePr>
        <p:xfrm>
          <a:off x="1143000" y="1692998"/>
          <a:ext cx="9123630" cy="474401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CCFDB-3502-4D4F-8245-6EC769DBA97F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999946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143000" y="256515"/>
            <a:ext cx="9875520" cy="1356360"/>
          </a:xfrm>
        </p:spPr>
        <p:txBody>
          <a:bodyPr/>
          <a:lstStyle/>
          <a:p>
            <a:r>
              <a:rPr lang="ru-RU" b="1" dirty="0" smtClean="0"/>
              <a:t>Структура </a:t>
            </a:r>
            <a:r>
              <a:rPr lang="en-US" b="1" dirty="0" smtClean="0"/>
              <a:t>html</a:t>
            </a:r>
            <a:r>
              <a:rPr lang="ru-RU" b="1" dirty="0" smtClean="0"/>
              <a:t>-документа</a:t>
            </a:r>
            <a:endParaRPr lang="ru-RU" b="1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1145649" y="1505139"/>
            <a:ext cx="9872871" cy="403860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&lt;!DOCTYPE html&gt;</a:t>
            </a:r>
            <a:endParaRPr lang="ru-RU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None/>
            </a:pPr>
            <a:r>
              <a:rPr lang="ru-RU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html</a:t>
            </a:r>
            <a:r>
              <a:rPr lang="ru-RU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 lvl="1">
              <a:buNone/>
            </a:pPr>
            <a:r>
              <a:rPr lang="ru-RU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head</a:t>
            </a:r>
            <a:r>
              <a:rPr lang="ru-RU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endParaRPr lang="en-US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2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&lt;meta charset=utf-8&gt;</a:t>
            </a:r>
            <a:endParaRPr lang="ru-RU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2">
              <a:buNone/>
            </a:pPr>
            <a:r>
              <a:rPr lang="ru-RU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title</a:t>
            </a:r>
            <a:r>
              <a:rPr lang="ru-RU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&gt;Простейший документ&lt;/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title</a:t>
            </a:r>
            <a:r>
              <a:rPr lang="ru-RU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  <a:endParaRPr lang="en-US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&lt;/head&gt;</a:t>
            </a:r>
            <a:endParaRPr lang="ru-RU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&lt;body 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text=‘#</a:t>
            </a:r>
            <a:r>
              <a:rPr lang="ru-RU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0000</a:t>
            </a:r>
            <a:r>
              <a:rPr lang="en-US" sz="24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ff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’</a:t>
            </a:r>
            <a:r>
              <a:rPr lang="ru-RU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bgcolor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=‘#f0f0f0’&gt;</a:t>
            </a:r>
            <a:endParaRPr lang="ru-RU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2">
              <a:buNone/>
            </a:pPr>
            <a:r>
              <a:rPr lang="ru-RU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h</a:t>
            </a:r>
            <a:r>
              <a:rPr lang="ru-RU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1&gt;Пример простого документа&lt;/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h</a:t>
            </a:r>
            <a:r>
              <a:rPr lang="ru-RU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1&gt;</a:t>
            </a:r>
          </a:p>
          <a:p>
            <a:pPr lvl="2">
              <a:buNone/>
            </a:pPr>
            <a:r>
              <a:rPr lang="ru-RU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hr</a:t>
            </a:r>
            <a:r>
              <a:rPr lang="ru-RU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 lvl="1">
              <a:buNone/>
            </a:pPr>
            <a:r>
              <a:rPr lang="ru-RU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&lt;/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body</a:t>
            </a:r>
            <a:r>
              <a:rPr lang="ru-RU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>
              <a:buNone/>
            </a:pPr>
            <a:r>
              <a:rPr lang="ru-RU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&lt;/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html</a:t>
            </a:r>
            <a:r>
              <a:rPr lang="ru-RU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CCFDB-3502-4D4F-8245-6EC769DBA97F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882118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106786" y="247461"/>
            <a:ext cx="9875520" cy="1356360"/>
          </a:xfrm>
        </p:spPr>
        <p:txBody>
          <a:bodyPr>
            <a:normAutofit/>
          </a:bodyPr>
          <a:lstStyle/>
          <a:p>
            <a:r>
              <a:rPr lang="ru-RU" sz="4800" b="1" dirty="0" smtClean="0"/>
              <a:t>Тег</a:t>
            </a:r>
            <a:endParaRPr lang="ru-RU" sz="4800" b="1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1295266" y="1425559"/>
            <a:ext cx="10356543" cy="4325112"/>
          </a:xfrm>
        </p:spPr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ru-RU" sz="2800" b="1" dirty="0"/>
              <a:t>Тег</a:t>
            </a:r>
            <a:r>
              <a:rPr lang="en-US" sz="2800" b="1" dirty="0"/>
              <a:t> – </a:t>
            </a:r>
            <a:r>
              <a:rPr lang="ru-RU" sz="2800" dirty="0"/>
              <a:t>указатель разметки</a:t>
            </a:r>
            <a:endParaRPr lang="en-US" sz="2800" dirty="0"/>
          </a:p>
          <a:p>
            <a:pPr>
              <a:buNone/>
            </a:pP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ru-RU" sz="2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имя</a:t>
            </a:r>
            <a:r>
              <a:rPr lang="en-US" sz="2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_</a:t>
            </a:r>
            <a:r>
              <a:rPr lang="ru-RU" sz="2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тега</a:t>
            </a: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endParaRPr lang="ru-RU" sz="2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None/>
            </a:pP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ru-RU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имя_тега</a:t>
            </a:r>
            <a:r>
              <a:rPr lang="ru-R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атрибут</a:t>
            </a: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ru-RU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=значение</a:t>
            </a:r>
            <a:r>
              <a:rPr lang="ru-R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атрибут </a:t>
            </a: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r>
              <a:rPr lang="ru-RU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=значение</a:t>
            </a:r>
            <a:r>
              <a:rPr lang="ru-R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…</a:t>
            </a: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>
              <a:buNone/>
            </a:pPr>
            <a:endParaRPr lang="ru-RU" sz="2800" dirty="0"/>
          </a:p>
          <a:p>
            <a:pPr>
              <a:buNone/>
            </a:pP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&lt;p&gt;</a:t>
            </a:r>
          </a:p>
          <a:p>
            <a:pPr>
              <a:buNone/>
            </a:pP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br</a:t>
            </a: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endParaRPr lang="ru-RU" sz="2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None/>
            </a:pP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&lt;table </a:t>
            </a:r>
            <a:r>
              <a:rPr lang="en-US" sz="2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width=570 align=center </a:t>
            </a:r>
            <a:r>
              <a:rPr lang="en-US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cellpadding</a:t>
            </a: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=10    </a:t>
            </a:r>
            <a:r>
              <a:rPr lang="ru-RU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cellspacing</a:t>
            </a:r>
            <a:r>
              <a:rPr lang="ru-R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=2 </a:t>
            </a:r>
            <a:r>
              <a:rPr lang="ru-RU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border</a:t>
            </a:r>
            <a:r>
              <a:rPr lang="ru-R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=6&gt;</a:t>
            </a:r>
            <a:endParaRPr lang="en-US" sz="2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None/>
            </a:pP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img</a:t>
            </a: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src</a:t>
            </a: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=“</a:t>
            </a:r>
            <a:r>
              <a:rPr lang="en-US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img</a:t>
            </a: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/pict.jpg”&gt;</a:t>
            </a:r>
            <a:endParaRPr lang="ru-RU" sz="2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None/>
            </a:pPr>
            <a:endParaRPr lang="ru-RU" sz="2400" dirty="0"/>
          </a:p>
          <a:p>
            <a:pPr>
              <a:buNone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CCFDB-3502-4D4F-8245-6EC769DBA97F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290674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70572" y="193140"/>
            <a:ext cx="9875520" cy="1356360"/>
          </a:xfrm>
        </p:spPr>
        <p:txBody>
          <a:bodyPr/>
          <a:lstStyle/>
          <a:p>
            <a:r>
              <a:rPr lang="ru-RU" b="1" dirty="0" smtClean="0"/>
              <a:t>Контейнер</a:t>
            </a:r>
            <a:endParaRPr lang="ru-RU" b="1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ru-RU" sz="2800" b="1" dirty="0"/>
              <a:t>Контейнер</a:t>
            </a:r>
            <a:r>
              <a:rPr lang="ru-RU" sz="2800" dirty="0"/>
              <a:t> – это элемент разметки </a:t>
            </a:r>
            <a:r>
              <a:rPr lang="en-US" sz="2800" dirty="0"/>
              <a:t>HTML</a:t>
            </a:r>
            <a:endParaRPr lang="ru-RU" sz="2800" dirty="0"/>
          </a:p>
          <a:p>
            <a:pPr>
              <a:buNone/>
            </a:pPr>
            <a:r>
              <a:rPr lang="ru-R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ru-RU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имя_тега</a:t>
            </a:r>
            <a:r>
              <a:rPr lang="ru-R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список атрибутов&gt;</a:t>
            </a:r>
          </a:p>
          <a:p>
            <a:pPr>
              <a:buNone/>
            </a:pPr>
            <a:r>
              <a:rPr lang="en-US" sz="2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ru-RU" sz="2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содержание </a:t>
            </a:r>
            <a:r>
              <a:rPr lang="ru-R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контейнера</a:t>
            </a:r>
          </a:p>
          <a:p>
            <a:pPr>
              <a:buNone/>
            </a:pPr>
            <a:r>
              <a:rPr lang="ru-R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&lt;/имя тега&gt;</a:t>
            </a:r>
          </a:p>
          <a:p>
            <a:pPr>
              <a:buNone/>
            </a:pPr>
            <a:endParaRPr lang="ru-RU" sz="2800" dirty="0"/>
          </a:p>
          <a:p>
            <a:pPr>
              <a:buNone/>
            </a:pPr>
            <a:r>
              <a:rPr lang="ru-R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&lt;HTML&gt;</a:t>
            </a: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web-</a:t>
            </a:r>
            <a:r>
              <a:rPr lang="ru-R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страница&lt;/HTML&gt;</a:t>
            </a:r>
          </a:p>
          <a:p>
            <a:pPr>
              <a:buNone/>
            </a:pP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&lt;p&gt;</a:t>
            </a:r>
            <a:r>
              <a:rPr lang="ru-R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абзац</a:t>
            </a: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&lt;/p&gt;</a:t>
            </a:r>
          </a:p>
          <a:p>
            <a:pPr>
              <a:buNone/>
            </a:pP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&lt;table&gt;</a:t>
            </a:r>
            <a:r>
              <a:rPr lang="ru-R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таблица</a:t>
            </a: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&lt;/table&gt;</a:t>
            </a:r>
            <a:endParaRPr lang="ru-RU" sz="2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None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CCFDB-3502-4D4F-8245-6EC769DBA97F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594700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143000" y="238408"/>
            <a:ext cx="9875520" cy="1356360"/>
          </a:xfrm>
        </p:spPr>
        <p:txBody>
          <a:bodyPr/>
          <a:lstStyle/>
          <a:p>
            <a:r>
              <a:rPr lang="ru-RU" b="1" dirty="0" smtClean="0"/>
              <a:t>Контейнер</a:t>
            </a:r>
            <a:endParaRPr lang="ru-RU" b="1" dirty="0"/>
          </a:p>
        </p:txBody>
      </p:sp>
      <p:pic>
        <p:nvPicPr>
          <p:cNvPr id="1026" name="Picture 2" descr="HTML-теги для текста: выравнивание, размер, шрифт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52980" y="1441763"/>
            <a:ext cx="6944929" cy="47551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CCFDB-3502-4D4F-8245-6EC769DBA97F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689287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1204111" y="860079"/>
            <a:ext cx="9804903" cy="5714457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ru-RU" sz="2800" dirty="0"/>
              <a:t>Есть не закрывающиеся теги:</a:t>
            </a:r>
          </a:p>
          <a:p>
            <a:pPr>
              <a:buNone/>
            </a:pP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img</a:t>
            </a: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endParaRPr lang="ru-RU" sz="2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None/>
            </a:pP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&lt;hr&gt;</a:t>
            </a:r>
          </a:p>
          <a:p>
            <a:pPr>
              <a:buNone/>
            </a:pP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br</a:t>
            </a: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endParaRPr lang="ru-RU" sz="2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CCFDB-3502-4D4F-8245-6EC769DBA97F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224510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70573" y="265568"/>
            <a:ext cx="9875520" cy="1356360"/>
          </a:xfrm>
        </p:spPr>
        <p:txBody>
          <a:bodyPr/>
          <a:lstStyle/>
          <a:p>
            <a:r>
              <a:rPr lang="ru-RU" dirty="0" smtClean="0"/>
              <a:t>Структура </a:t>
            </a:r>
            <a:r>
              <a:rPr lang="en-US" dirty="0" smtClean="0"/>
              <a:t>html</a:t>
            </a:r>
            <a:r>
              <a:rPr lang="ru-RU" dirty="0" smtClean="0"/>
              <a:t>-документа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1073222" y="1621928"/>
            <a:ext cx="9872871" cy="403860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&lt;!DOCTYPE html&gt;</a:t>
            </a:r>
            <a:endParaRPr lang="ru-RU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None/>
            </a:pPr>
            <a:r>
              <a:rPr lang="ru-RU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html</a:t>
            </a:r>
            <a:r>
              <a:rPr lang="ru-RU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 lvl="1">
              <a:buNone/>
            </a:pPr>
            <a:r>
              <a:rPr lang="ru-RU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head</a:t>
            </a:r>
            <a:r>
              <a:rPr lang="ru-RU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endParaRPr lang="en-US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2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&lt;meta charset=utf-8&gt;</a:t>
            </a:r>
            <a:endParaRPr lang="ru-RU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2">
              <a:buNone/>
            </a:pPr>
            <a:r>
              <a:rPr lang="ru-RU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title</a:t>
            </a:r>
            <a:r>
              <a:rPr lang="ru-RU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&gt;Простейший документ&lt;/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title</a:t>
            </a:r>
            <a:r>
              <a:rPr lang="ru-RU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  <a:endParaRPr lang="en-US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&lt;/head&gt;</a:t>
            </a:r>
            <a:endParaRPr lang="ru-RU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&lt;body text=#</a:t>
            </a:r>
            <a:r>
              <a:rPr lang="ru-RU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0000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ff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bgcolor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=#f0f0f0&gt;</a:t>
            </a:r>
            <a:endParaRPr lang="ru-RU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2">
              <a:buNone/>
            </a:pPr>
            <a:r>
              <a:rPr lang="ru-RU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h</a:t>
            </a:r>
            <a:r>
              <a:rPr lang="ru-RU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1&gt;Пример простого документа&lt;/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h</a:t>
            </a:r>
            <a:r>
              <a:rPr lang="ru-RU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1&gt;</a:t>
            </a:r>
          </a:p>
          <a:p>
            <a:pPr lvl="2">
              <a:buNone/>
            </a:pPr>
            <a:r>
              <a:rPr lang="ru-RU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hr</a:t>
            </a:r>
            <a:r>
              <a:rPr lang="ru-RU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 lvl="1">
              <a:buNone/>
            </a:pPr>
            <a:r>
              <a:rPr lang="ru-RU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&lt;/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body</a:t>
            </a:r>
            <a:r>
              <a:rPr lang="ru-RU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>
              <a:buNone/>
            </a:pPr>
            <a:r>
              <a:rPr lang="ru-RU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&lt;/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html</a:t>
            </a:r>
            <a:r>
              <a:rPr lang="ru-RU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CCFDB-3502-4D4F-8245-6EC769DBA97F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877101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140351" y="256515"/>
            <a:ext cx="9875520" cy="1356360"/>
          </a:xfrm>
        </p:spPr>
        <p:txBody>
          <a:bodyPr>
            <a:normAutofit/>
          </a:bodyPr>
          <a:lstStyle/>
          <a:p>
            <a:r>
              <a:rPr lang="ru-RU" b="1" dirty="0" smtClean="0"/>
              <a:t>Вложенные теги</a:t>
            </a:r>
            <a:endParaRPr lang="ru-RU" b="1" dirty="0"/>
          </a:p>
        </p:txBody>
      </p:sp>
      <p:sp>
        <p:nvSpPr>
          <p:cNvPr id="6" name="Объект 5"/>
          <p:cNvSpPr>
            <a:spLocks noGrp="1"/>
          </p:cNvSpPr>
          <p:nvPr>
            <p:ph idx="1"/>
          </p:nvPr>
        </p:nvSpPr>
        <p:spPr>
          <a:xfrm>
            <a:off x="1143000" y="1612875"/>
            <a:ext cx="9872871" cy="4483125"/>
          </a:xfrm>
        </p:spPr>
        <p:txBody>
          <a:bodyPr>
            <a:normAutofit lnSpcReduction="10000"/>
          </a:bodyPr>
          <a:lstStyle/>
          <a:p>
            <a:pPr marL="45720" indent="0">
              <a:buNone/>
            </a:pPr>
            <a:r>
              <a:rPr lang="ru-RU" b="1" dirty="0" smtClean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Правильно!</a:t>
            </a:r>
          </a:p>
          <a:p>
            <a:pPr marL="45720" indent="0">
              <a:buNone/>
            </a:pP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ul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 marL="45720" indent="0">
              <a:buNone/>
            </a:pP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&lt;li&gt;</a:t>
            </a:r>
            <a:r>
              <a:rPr lang="ru-RU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Первый элемент списка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&lt;/li&gt;</a:t>
            </a:r>
          </a:p>
          <a:p>
            <a:pPr marL="45720" indent="0">
              <a:buNone/>
            </a:pP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&lt;li&gt;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Второй 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элемент списка 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&lt;/li&gt;</a:t>
            </a:r>
          </a:p>
          <a:p>
            <a:pPr marL="45720" indent="0">
              <a:buNone/>
            </a:pP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&lt;/</a:t>
            </a:r>
            <a:r>
              <a:rPr lang="en-US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ul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endParaRPr lang="ru-RU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" indent="0">
              <a:buNone/>
            </a:pPr>
            <a:r>
              <a:rPr lang="ru-RU" b="1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Не правильно!</a:t>
            </a:r>
            <a:endParaRPr lang="ru-RU" b="1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ul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 marL="4572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&lt;li&gt;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Первый элемент списка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&lt;/li&gt;</a:t>
            </a:r>
          </a:p>
          <a:p>
            <a:pPr marL="4572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&lt;li&gt;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 Второй элемент </a:t>
            </a:r>
            <a:r>
              <a:rPr lang="ru-RU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списка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" indent="0">
              <a:buNone/>
            </a:pP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&lt;/</a:t>
            </a:r>
            <a:r>
              <a:rPr lang="en-US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ul</a:t>
            </a:r>
            <a:r>
              <a:rPr lang="en-US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&gt;&lt;/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li&gt;</a:t>
            </a:r>
            <a:endParaRPr lang="ru-RU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" indent="0">
              <a:buNone/>
            </a:pPr>
            <a:endParaRPr lang="ru-RU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CCFDB-3502-4D4F-8245-6EC769DBA97F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300919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Атрибуты тегов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" indent="0">
              <a:buNone/>
            </a:pP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sz="24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img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src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=‘</a:t>
            </a:r>
            <a:r>
              <a:rPr lang="en-US" sz="24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img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/avatar.jpg’&gt;</a:t>
            </a:r>
          </a:p>
          <a:p>
            <a:pPr marL="45720" indent="0">
              <a:buNone/>
            </a:pPr>
            <a:endParaRPr lang="en-US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" indent="0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img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src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=‘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img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/avatar.jpg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’ width=‘200’&gt;</a:t>
            </a:r>
            <a:endParaRPr lang="ru-RU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" indent="0">
              <a:buNone/>
            </a:pPr>
            <a:endParaRPr lang="en-US" sz="24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" indent="0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img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src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=‘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img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/avatar.jpg’ width=‘200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’ height=‘300’&gt;</a:t>
            </a:r>
            <a:endParaRPr lang="ru-RU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" indent="0">
              <a:buNone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CCFDB-3502-4D4F-8245-6EC769DBA97F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318213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42796" y="478351"/>
            <a:ext cx="10999961" cy="1066800"/>
          </a:xfrm>
        </p:spPr>
        <p:txBody>
          <a:bodyPr>
            <a:normAutofit fontScale="90000"/>
          </a:bodyPr>
          <a:lstStyle/>
          <a:p>
            <a:r>
              <a:rPr lang="ru-RU" b="1" dirty="0" smtClean="0"/>
              <a:t>Специальные символы CER</a:t>
            </a:r>
            <a:r>
              <a:rPr lang="en-US" b="1" dirty="0" smtClean="0"/>
              <a:t/>
            </a:r>
            <a:br>
              <a:rPr lang="en-US" b="1" dirty="0" smtClean="0"/>
            </a:br>
            <a:r>
              <a:rPr lang="ru-RU" b="1" dirty="0" smtClean="0"/>
              <a:t> (</a:t>
            </a:r>
            <a:r>
              <a:rPr lang="ru-RU" b="1" dirty="0" err="1" smtClean="0"/>
              <a:t>Character</a:t>
            </a:r>
            <a:r>
              <a:rPr lang="ru-RU" b="1" dirty="0" smtClean="0"/>
              <a:t> </a:t>
            </a:r>
            <a:r>
              <a:rPr lang="ru-RU" b="1" dirty="0" err="1" smtClean="0"/>
              <a:t>Entity</a:t>
            </a:r>
            <a:r>
              <a:rPr lang="ru-RU" b="1" dirty="0" smtClean="0"/>
              <a:t> </a:t>
            </a:r>
            <a:r>
              <a:rPr lang="ru-RU" b="1" dirty="0" err="1" smtClean="0"/>
              <a:t>Reference</a:t>
            </a:r>
            <a:r>
              <a:rPr lang="ru-RU" b="1" dirty="0" smtClean="0"/>
              <a:t>)</a:t>
            </a:r>
            <a:endParaRPr lang="ru-RU" b="1" dirty="0"/>
          </a:p>
        </p:txBody>
      </p:sp>
      <p:graphicFrame>
        <p:nvGraphicFramePr>
          <p:cNvPr id="4" name="Таблица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3943347"/>
              </p:ext>
            </p:extLst>
          </p:nvPr>
        </p:nvGraphicFramePr>
        <p:xfrm>
          <a:off x="2209045" y="1545151"/>
          <a:ext cx="7445187" cy="5390394"/>
        </p:xfrm>
        <a:graphic>
          <a:graphicData uri="http://schemas.openxmlformats.org/drawingml/2006/table">
            <a:tbl>
              <a:tblPr/>
              <a:tblGrid>
                <a:gridCol w="14541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681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9386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2906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2052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 b="1" dirty="0">
                          <a:latin typeface="Times New Roman"/>
                          <a:ea typeface="Times New Roman"/>
                          <a:cs typeface="Times New Roman"/>
                        </a:rPr>
                        <a:t>Числовой код</a:t>
                      </a:r>
                      <a:endParaRPr lang="ru-RU" sz="1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8333" marR="18333" marT="18333" marB="183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 b="1">
                          <a:latin typeface="Times New Roman"/>
                          <a:ea typeface="Times New Roman"/>
                          <a:cs typeface="Times New Roman"/>
                        </a:rPr>
                        <a:t>Именная замена</a:t>
                      </a:r>
                      <a:endParaRPr lang="ru-RU" sz="16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8333" marR="18333" marT="18333" marB="183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-2413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 b="1">
                          <a:latin typeface="Times New Roman"/>
                          <a:ea typeface="Times New Roman"/>
                          <a:cs typeface="Times New Roman"/>
                        </a:rPr>
                        <a:t>Символ</a:t>
                      </a:r>
                      <a:endParaRPr lang="ru-RU" sz="16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8333" marR="18333" marT="18333" marB="183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 b="1">
                          <a:latin typeface="Times New Roman"/>
                          <a:ea typeface="Times New Roman"/>
                          <a:cs typeface="Times New Roman"/>
                        </a:rPr>
                        <a:t>Описание</a:t>
                      </a:r>
                      <a:endParaRPr lang="ru-RU" sz="16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8333" marR="18333" marT="18333" marB="183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052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latin typeface="Times New Roman"/>
                          <a:ea typeface="Times New Roman"/>
                          <a:cs typeface="Times New Roman"/>
                        </a:rPr>
                        <a:t>&amp;#034;</a:t>
                      </a:r>
                      <a:endParaRPr lang="ru-RU" sz="16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8333" marR="18333" marT="18333" marB="18333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latin typeface="Times New Roman"/>
                          <a:ea typeface="Times New Roman"/>
                          <a:cs typeface="Times New Roman"/>
                        </a:rPr>
                        <a:t>&amp;</a:t>
                      </a:r>
                      <a:r>
                        <a:rPr lang="ru-RU" sz="1600" dirty="0" err="1">
                          <a:latin typeface="Times New Roman"/>
                          <a:ea typeface="Times New Roman"/>
                          <a:cs typeface="Times New Roman"/>
                        </a:rPr>
                        <a:t>quot</a:t>
                      </a:r>
                      <a:r>
                        <a:rPr lang="ru-RU" sz="1600" dirty="0">
                          <a:latin typeface="Times New Roman"/>
                          <a:ea typeface="Times New Roman"/>
                          <a:cs typeface="Times New Roman"/>
                        </a:rPr>
                        <a:t>;</a:t>
                      </a:r>
                      <a:endParaRPr lang="ru-RU" sz="1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8333" marR="18333" marT="18333" marB="18333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indent="-2413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latin typeface="Times New Roman"/>
                          <a:ea typeface="Times New Roman"/>
                          <a:cs typeface="Times New Roman"/>
                        </a:rPr>
                        <a:t>"</a:t>
                      </a:r>
                      <a:endParaRPr lang="ru-RU" sz="16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8333" marR="18333" marT="18333" marB="18333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latin typeface="Times New Roman"/>
                          <a:ea typeface="Times New Roman"/>
                          <a:cs typeface="Times New Roman"/>
                        </a:rPr>
                        <a:t>Кавычка </a:t>
                      </a:r>
                      <a:endParaRPr lang="ru-RU" sz="16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8333" marR="18333" marT="18333" marB="18333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052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latin typeface="Times New Roman"/>
                          <a:ea typeface="Times New Roman"/>
                          <a:cs typeface="Times New Roman"/>
                        </a:rPr>
                        <a:t>&amp;#038;</a:t>
                      </a:r>
                      <a:endParaRPr lang="ru-RU" sz="16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8333" marR="18333" marT="18333" marB="18333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latin typeface="Times New Roman"/>
                          <a:ea typeface="Times New Roman"/>
                          <a:cs typeface="Times New Roman"/>
                        </a:rPr>
                        <a:t>&amp;</a:t>
                      </a:r>
                      <a:r>
                        <a:rPr lang="ru-RU" sz="1600" dirty="0" err="1">
                          <a:latin typeface="Times New Roman"/>
                          <a:ea typeface="Times New Roman"/>
                          <a:cs typeface="Times New Roman"/>
                        </a:rPr>
                        <a:t>amp</a:t>
                      </a:r>
                      <a:r>
                        <a:rPr lang="ru-RU" sz="1600" dirty="0">
                          <a:latin typeface="Times New Roman"/>
                          <a:ea typeface="Times New Roman"/>
                          <a:cs typeface="Times New Roman"/>
                        </a:rPr>
                        <a:t>;</a:t>
                      </a:r>
                      <a:endParaRPr lang="ru-RU" sz="1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8333" marR="18333" marT="18333" marB="18333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indent="-2413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latin typeface="Times New Roman"/>
                          <a:ea typeface="Times New Roman"/>
                          <a:cs typeface="Times New Roman"/>
                        </a:rPr>
                        <a:t>&amp;</a:t>
                      </a:r>
                      <a:endParaRPr lang="ru-RU" sz="16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8333" marR="18333" marT="18333" marB="18333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latin typeface="Times New Roman"/>
                          <a:ea typeface="Times New Roman"/>
                          <a:cs typeface="Times New Roman"/>
                        </a:rPr>
                        <a:t>Амперсанд</a:t>
                      </a:r>
                      <a:endParaRPr lang="ru-RU" sz="16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8333" marR="18333" marT="18333" marB="18333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052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latin typeface="Times New Roman"/>
                          <a:ea typeface="Times New Roman"/>
                          <a:cs typeface="Times New Roman"/>
                        </a:rPr>
                        <a:t>&amp;#060;</a:t>
                      </a:r>
                      <a:endParaRPr lang="ru-RU" sz="16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8333" marR="18333" marT="18333" marB="18333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latin typeface="Times New Roman"/>
                          <a:ea typeface="Times New Roman"/>
                          <a:cs typeface="Times New Roman"/>
                        </a:rPr>
                        <a:t>&amp;lt;</a:t>
                      </a:r>
                      <a:endParaRPr lang="ru-RU" sz="16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8333" marR="18333" marT="18333" marB="18333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indent="-2413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latin typeface="Times New Roman"/>
                          <a:ea typeface="Times New Roman"/>
                          <a:cs typeface="Times New Roman"/>
                        </a:rPr>
                        <a:t>&lt;</a:t>
                      </a:r>
                      <a:endParaRPr lang="ru-RU" sz="16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8333" marR="18333" marT="18333" marB="18333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latin typeface="Times New Roman"/>
                          <a:ea typeface="Times New Roman"/>
                          <a:cs typeface="Times New Roman"/>
                        </a:rPr>
                        <a:t>Меньше </a:t>
                      </a:r>
                      <a:endParaRPr lang="ru-RU" sz="16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8333" marR="18333" marT="18333" marB="18333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052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latin typeface="Times New Roman"/>
                          <a:ea typeface="Times New Roman"/>
                          <a:cs typeface="Times New Roman"/>
                        </a:rPr>
                        <a:t>&amp;#062;</a:t>
                      </a:r>
                      <a:endParaRPr lang="ru-RU" sz="16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8333" marR="18333" marT="18333" marB="18333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latin typeface="Times New Roman"/>
                          <a:ea typeface="Times New Roman"/>
                          <a:cs typeface="Times New Roman"/>
                        </a:rPr>
                        <a:t>&amp;gt;</a:t>
                      </a:r>
                      <a:endParaRPr lang="ru-RU" sz="16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8333" marR="18333" marT="18333" marB="18333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indent="-2413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latin typeface="Times New Roman"/>
                          <a:ea typeface="Times New Roman"/>
                          <a:cs typeface="Times New Roman"/>
                        </a:rPr>
                        <a:t>&gt;</a:t>
                      </a:r>
                      <a:endParaRPr lang="ru-RU" sz="16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8333" marR="18333" marT="18333" marB="18333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latin typeface="Times New Roman"/>
                          <a:ea typeface="Times New Roman"/>
                          <a:cs typeface="Times New Roman"/>
                        </a:rPr>
                        <a:t>Больше </a:t>
                      </a:r>
                      <a:endParaRPr lang="ru-RU" sz="16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8333" marR="18333" marT="18333" marB="18333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2052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latin typeface="Times New Roman"/>
                          <a:ea typeface="Times New Roman"/>
                          <a:cs typeface="Times New Roman"/>
                        </a:rPr>
                        <a:t>&amp;#160;</a:t>
                      </a:r>
                      <a:endParaRPr lang="ru-RU" sz="16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8333" marR="18333" marT="18333" marB="18333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latin typeface="Times New Roman"/>
                          <a:ea typeface="Times New Roman"/>
                          <a:cs typeface="Times New Roman"/>
                        </a:rPr>
                        <a:t>&amp;nbsp;</a:t>
                      </a:r>
                      <a:endParaRPr lang="ru-RU" sz="16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8333" marR="18333" marT="18333" marB="18333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indent="-2413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16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18333" marR="18333" marT="18333" marB="18333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latin typeface="Times New Roman"/>
                          <a:ea typeface="Times New Roman"/>
                          <a:cs typeface="Times New Roman"/>
                        </a:rPr>
                        <a:t>Неразрывный пробел </a:t>
                      </a:r>
                      <a:endParaRPr lang="ru-RU" sz="16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8333" marR="18333" marT="18333" marB="18333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2052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latin typeface="Times New Roman"/>
                          <a:ea typeface="Times New Roman"/>
                          <a:cs typeface="Times New Roman"/>
                        </a:rPr>
                        <a:t>&amp;#161;</a:t>
                      </a:r>
                      <a:endParaRPr lang="ru-RU" sz="16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8333" marR="18333" marT="18333" marB="18333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latin typeface="Times New Roman"/>
                          <a:ea typeface="Times New Roman"/>
                          <a:cs typeface="Times New Roman"/>
                        </a:rPr>
                        <a:t>&amp;iexcl;</a:t>
                      </a:r>
                      <a:endParaRPr lang="ru-RU" sz="16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8333" marR="18333" marT="18333" marB="18333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indent="-2413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latin typeface="Times New Roman"/>
                          <a:ea typeface="Times New Roman"/>
                          <a:cs typeface="Times New Roman"/>
                        </a:rPr>
                        <a:t>¡</a:t>
                      </a:r>
                      <a:endParaRPr lang="ru-RU" sz="16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8333" marR="18333" marT="18333" marB="18333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latin typeface="Times New Roman"/>
                          <a:ea typeface="Times New Roman"/>
                          <a:cs typeface="Times New Roman"/>
                        </a:rPr>
                        <a:t>Перевернутый восклицательный знак </a:t>
                      </a:r>
                      <a:endParaRPr lang="ru-RU" sz="16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8333" marR="18333" marT="18333" marB="18333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2052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latin typeface="Times New Roman"/>
                          <a:ea typeface="Times New Roman"/>
                          <a:cs typeface="Times New Roman"/>
                        </a:rPr>
                        <a:t>&amp;#162;</a:t>
                      </a:r>
                      <a:endParaRPr lang="ru-RU" sz="16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8333" marR="18333" marT="18333" marB="18333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latin typeface="Times New Roman"/>
                          <a:ea typeface="Times New Roman"/>
                          <a:cs typeface="Times New Roman"/>
                        </a:rPr>
                        <a:t>&amp;cent;</a:t>
                      </a:r>
                      <a:endParaRPr lang="ru-RU" sz="16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8333" marR="18333" marT="18333" marB="18333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indent="-2413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latin typeface="Times New Roman"/>
                          <a:ea typeface="Times New Roman"/>
                          <a:cs typeface="Times New Roman"/>
                        </a:rPr>
                        <a:t>¢</a:t>
                      </a:r>
                      <a:endParaRPr lang="ru-RU" sz="16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8333" marR="18333" marT="18333" marB="18333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latin typeface="Times New Roman"/>
                          <a:ea typeface="Times New Roman"/>
                          <a:cs typeface="Times New Roman"/>
                        </a:rPr>
                        <a:t>Цент </a:t>
                      </a:r>
                      <a:endParaRPr lang="ru-RU" sz="16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8333" marR="18333" marT="18333" marB="18333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2052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latin typeface="Times New Roman"/>
                          <a:ea typeface="Times New Roman"/>
                          <a:cs typeface="Times New Roman"/>
                        </a:rPr>
                        <a:t>&amp;#163;</a:t>
                      </a:r>
                      <a:endParaRPr lang="ru-RU" sz="16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8333" marR="18333" marT="18333" marB="18333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latin typeface="Times New Roman"/>
                          <a:ea typeface="Times New Roman"/>
                          <a:cs typeface="Times New Roman"/>
                        </a:rPr>
                        <a:t>&amp;pound;</a:t>
                      </a:r>
                      <a:endParaRPr lang="ru-RU" sz="16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8333" marR="18333" marT="18333" marB="18333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indent="-2413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latin typeface="Times New Roman"/>
                          <a:ea typeface="Times New Roman"/>
                          <a:cs typeface="Times New Roman"/>
                        </a:rPr>
                        <a:t>£</a:t>
                      </a:r>
                      <a:endParaRPr lang="ru-RU" sz="16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8333" marR="18333" marT="18333" marB="18333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latin typeface="Times New Roman"/>
                          <a:ea typeface="Times New Roman"/>
                          <a:cs typeface="Times New Roman"/>
                        </a:rPr>
                        <a:t>Фунт</a:t>
                      </a:r>
                      <a:endParaRPr lang="ru-RU" sz="16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8333" marR="18333" marT="18333" marB="18333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2052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latin typeface="Times New Roman"/>
                          <a:ea typeface="Times New Roman"/>
                          <a:cs typeface="Times New Roman"/>
                        </a:rPr>
                        <a:t>&amp;#164;</a:t>
                      </a:r>
                      <a:endParaRPr lang="ru-RU" sz="16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8333" marR="18333" marT="18333" marB="18333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latin typeface="Times New Roman"/>
                          <a:ea typeface="Times New Roman"/>
                          <a:cs typeface="Times New Roman"/>
                        </a:rPr>
                        <a:t>&amp;curren;</a:t>
                      </a:r>
                      <a:endParaRPr lang="ru-RU" sz="16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8333" marR="18333" marT="18333" marB="18333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indent="-2413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latin typeface="Times New Roman"/>
                          <a:ea typeface="Times New Roman"/>
                          <a:cs typeface="Times New Roman"/>
                        </a:rPr>
                        <a:t>¤</a:t>
                      </a:r>
                      <a:endParaRPr lang="ru-RU" sz="16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8333" marR="18333" marT="18333" marB="18333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latin typeface="Times New Roman"/>
                          <a:ea typeface="Times New Roman"/>
                          <a:cs typeface="Times New Roman"/>
                        </a:rPr>
                        <a:t>Валюта</a:t>
                      </a:r>
                      <a:endParaRPr lang="ru-RU" sz="16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8333" marR="18333" marT="18333" marB="18333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2052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latin typeface="Times New Roman"/>
                          <a:ea typeface="Times New Roman"/>
                          <a:cs typeface="Times New Roman"/>
                        </a:rPr>
                        <a:t>&amp;#165;</a:t>
                      </a:r>
                      <a:endParaRPr lang="ru-RU" sz="16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8333" marR="18333" marT="18333" marB="18333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latin typeface="Times New Roman"/>
                          <a:ea typeface="Times New Roman"/>
                          <a:cs typeface="Times New Roman"/>
                        </a:rPr>
                        <a:t>&amp;yen;</a:t>
                      </a:r>
                      <a:endParaRPr lang="ru-RU" sz="16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8333" marR="18333" marT="18333" marB="18333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indent="-2413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latin typeface="Times New Roman"/>
                          <a:ea typeface="Times New Roman"/>
                          <a:cs typeface="Times New Roman"/>
                        </a:rPr>
                        <a:t>¥</a:t>
                      </a:r>
                      <a:endParaRPr lang="ru-RU" sz="16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8333" marR="18333" marT="18333" marB="18333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latin typeface="Times New Roman"/>
                          <a:ea typeface="Times New Roman"/>
                          <a:cs typeface="Times New Roman"/>
                        </a:rPr>
                        <a:t>Йена</a:t>
                      </a:r>
                      <a:endParaRPr lang="ru-RU" sz="16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8333" marR="18333" marT="18333" marB="18333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92052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latin typeface="Times New Roman"/>
                          <a:ea typeface="Times New Roman"/>
                          <a:cs typeface="Times New Roman"/>
                        </a:rPr>
                        <a:t>&amp;#168;</a:t>
                      </a:r>
                      <a:endParaRPr lang="ru-RU" sz="16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8333" marR="18333" marT="18333" marB="18333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latin typeface="Times New Roman"/>
                          <a:ea typeface="Times New Roman"/>
                          <a:cs typeface="Times New Roman"/>
                        </a:rPr>
                        <a:t>&amp;uml;</a:t>
                      </a:r>
                      <a:endParaRPr lang="ru-RU" sz="16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8333" marR="18333" marT="18333" marB="18333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indent="-2413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latin typeface="Times New Roman"/>
                          <a:ea typeface="Times New Roman"/>
                          <a:cs typeface="Times New Roman"/>
                        </a:rPr>
                        <a:t>¨</a:t>
                      </a:r>
                      <a:endParaRPr lang="ru-RU" sz="16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8333" marR="18333" marT="18333" marB="18333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latin typeface="Times New Roman"/>
                          <a:ea typeface="Times New Roman"/>
                          <a:cs typeface="Times New Roman"/>
                        </a:rPr>
                        <a:t>Умляут</a:t>
                      </a:r>
                      <a:endParaRPr lang="ru-RU" sz="16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8333" marR="18333" marT="18333" marB="18333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92052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latin typeface="Times New Roman"/>
                          <a:ea typeface="Times New Roman"/>
                          <a:cs typeface="Times New Roman"/>
                        </a:rPr>
                        <a:t>&amp;#169;</a:t>
                      </a:r>
                      <a:endParaRPr lang="ru-RU" sz="16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8333" marR="18333" marT="18333" marB="18333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latin typeface="Times New Roman"/>
                          <a:ea typeface="Times New Roman"/>
                          <a:cs typeface="Times New Roman"/>
                        </a:rPr>
                        <a:t>&amp;copy;</a:t>
                      </a:r>
                      <a:endParaRPr lang="ru-RU" sz="16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8333" marR="18333" marT="18333" marB="18333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indent="-2413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latin typeface="Times New Roman"/>
                          <a:ea typeface="Times New Roman"/>
                          <a:cs typeface="Times New Roman"/>
                        </a:rPr>
                        <a:t>©</a:t>
                      </a:r>
                      <a:endParaRPr lang="ru-RU" sz="16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8333" marR="18333" marT="18333" marB="18333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latin typeface="Times New Roman"/>
                          <a:ea typeface="Times New Roman"/>
                          <a:cs typeface="Times New Roman"/>
                        </a:rPr>
                        <a:t>Копирайт</a:t>
                      </a:r>
                      <a:endParaRPr lang="ru-RU" sz="16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8333" marR="18333" marT="18333" marB="18333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92052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latin typeface="Times New Roman"/>
                          <a:ea typeface="Times New Roman"/>
                          <a:cs typeface="Times New Roman"/>
                        </a:rPr>
                        <a:t>&amp;#171;</a:t>
                      </a:r>
                      <a:endParaRPr lang="ru-RU" sz="16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8333" marR="18333" marT="18333" marB="18333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latin typeface="Times New Roman"/>
                          <a:ea typeface="Times New Roman"/>
                          <a:cs typeface="Times New Roman"/>
                        </a:rPr>
                        <a:t>&amp;laquo;</a:t>
                      </a:r>
                      <a:endParaRPr lang="ru-RU" sz="16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8333" marR="18333" marT="18333" marB="18333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indent="-2413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latin typeface="Times New Roman"/>
                          <a:ea typeface="Times New Roman"/>
                          <a:cs typeface="Times New Roman"/>
                        </a:rPr>
                        <a:t>«</a:t>
                      </a:r>
                      <a:endParaRPr lang="ru-RU" sz="16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8333" marR="18333" marT="18333" marB="18333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latin typeface="Times New Roman"/>
                          <a:ea typeface="Times New Roman"/>
                          <a:cs typeface="Times New Roman"/>
                        </a:rPr>
                        <a:t>Левая угловая кавычка</a:t>
                      </a:r>
                      <a:endParaRPr lang="ru-RU" sz="16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8333" marR="18333" marT="18333" marB="18333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92052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latin typeface="Times New Roman"/>
                          <a:ea typeface="Times New Roman"/>
                          <a:cs typeface="Times New Roman"/>
                        </a:rPr>
                        <a:t>&amp;#174;</a:t>
                      </a:r>
                      <a:endParaRPr lang="ru-RU" sz="16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8333" marR="18333" marT="18333" marB="18333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latin typeface="Times New Roman"/>
                          <a:ea typeface="Times New Roman"/>
                          <a:cs typeface="Times New Roman"/>
                        </a:rPr>
                        <a:t>&amp;reg;</a:t>
                      </a:r>
                      <a:endParaRPr lang="ru-RU" sz="16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8333" marR="18333" marT="18333" marB="18333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indent="-2413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latin typeface="Times New Roman"/>
                          <a:ea typeface="Times New Roman"/>
                          <a:cs typeface="Times New Roman"/>
                        </a:rPr>
                        <a:t>®</a:t>
                      </a:r>
                      <a:endParaRPr lang="ru-RU" sz="16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8333" marR="18333" marT="18333" marB="18333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latin typeface="Times New Roman"/>
                          <a:ea typeface="Times New Roman"/>
                          <a:cs typeface="Times New Roman"/>
                        </a:rPr>
                        <a:t>Зарегистрированная торговая марка</a:t>
                      </a:r>
                      <a:endParaRPr lang="ru-RU" sz="16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8333" marR="18333" marT="18333" marB="18333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92052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latin typeface="Times New Roman"/>
                          <a:ea typeface="Times New Roman"/>
                          <a:cs typeface="Times New Roman"/>
                        </a:rPr>
                        <a:t>&amp;#177;</a:t>
                      </a:r>
                      <a:endParaRPr lang="ru-RU" sz="16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8333" marR="18333" marT="18333" marB="18333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latin typeface="Times New Roman"/>
                          <a:ea typeface="Times New Roman"/>
                          <a:cs typeface="Times New Roman"/>
                        </a:rPr>
                        <a:t>&amp;plusmn;</a:t>
                      </a:r>
                      <a:endParaRPr lang="ru-RU" sz="16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8333" marR="18333" marT="18333" marB="18333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indent="-2413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latin typeface="Times New Roman"/>
                          <a:ea typeface="Times New Roman"/>
                          <a:cs typeface="Times New Roman"/>
                        </a:rPr>
                        <a:t>±</a:t>
                      </a:r>
                      <a:endParaRPr lang="ru-RU" sz="16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8333" marR="18333" marT="18333" marB="18333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latin typeface="Times New Roman"/>
                          <a:ea typeface="Times New Roman"/>
                          <a:cs typeface="Times New Roman"/>
                        </a:rPr>
                        <a:t>Плюс или минус </a:t>
                      </a:r>
                      <a:endParaRPr lang="ru-RU" sz="16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8333" marR="18333" marT="18333" marB="18333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92052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latin typeface="Times New Roman"/>
                          <a:ea typeface="Times New Roman"/>
                          <a:cs typeface="Times New Roman"/>
                        </a:rPr>
                        <a:t>&amp;#187;</a:t>
                      </a:r>
                      <a:endParaRPr lang="ru-RU" sz="16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8333" marR="18333" marT="18333" marB="18333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latin typeface="Times New Roman"/>
                          <a:ea typeface="Times New Roman"/>
                          <a:cs typeface="Times New Roman"/>
                        </a:rPr>
                        <a:t>&amp;raquo;</a:t>
                      </a:r>
                      <a:endParaRPr lang="ru-RU" sz="16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8333" marR="18333" marT="18333" marB="18333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indent="-2413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latin typeface="Times New Roman"/>
                          <a:ea typeface="Times New Roman"/>
                          <a:cs typeface="Times New Roman"/>
                        </a:rPr>
                        <a:t>»</a:t>
                      </a:r>
                      <a:endParaRPr lang="ru-RU" sz="16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8333" marR="18333" marT="18333" marB="18333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latin typeface="Times New Roman"/>
                          <a:ea typeface="Times New Roman"/>
                          <a:cs typeface="Times New Roman"/>
                        </a:rPr>
                        <a:t>Правая угловая кавычка </a:t>
                      </a:r>
                      <a:endParaRPr lang="ru-RU" sz="1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8333" marR="18333" marT="18333" marB="18333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CCFDB-3502-4D4F-8245-6EC769DBA97F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666821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Группы тегов</a:t>
            </a:r>
            <a:endParaRPr lang="ru-RU" b="1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z="2800" dirty="0"/>
              <a:t>определяющие структуру документа; </a:t>
            </a:r>
          </a:p>
          <a:p>
            <a:pPr lvl="0"/>
            <a:r>
              <a:rPr lang="ru-RU" sz="2800" dirty="0"/>
              <a:t>оформление блоков гипертекста (параграфы, списки, таблицы, картинки); </a:t>
            </a:r>
          </a:p>
          <a:p>
            <a:pPr lvl="0"/>
            <a:r>
              <a:rPr lang="ru-RU" sz="2800" dirty="0"/>
              <a:t>гипертекстовые ссылки и закладки; </a:t>
            </a:r>
          </a:p>
          <a:p>
            <a:pPr lvl="0"/>
            <a:r>
              <a:rPr lang="ru-RU" sz="2800" dirty="0"/>
              <a:t>формы для организации диалога; </a:t>
            </a:r>
          </a:p>
          <a:p>
            <a:pPr lvl="0"/>
            <a:r>
              <a:rPr lang="ru-RU" sz="2800" dirty="0"/>
              <a:t> и др.</a:t>
            </a:r>
          </a:p>
          <a:p>
            <a:pPr>
              <a:buNone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CCFDB-3502-4D4F-8245-6EC769DBA97F}" type="slidenum">
              <a:rPr lang="ru-RU" smtClean="0"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356635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Комментарии</a:t>
            </a:r>
            <a:r>
              <a:rPr lang="en-US" b="1" dirty="0" smtClean="0"/>
              <a:t> </a:t>
            </a:r>
            <a:r>
              <a:rPr lang="ru-RU" b="1" dirty="0" smtClean="0"/>
              <a:t>в </a:t>
            </a:r>
            <a:r>
              <a:rPr lang="en-US" b="1" dirty="0" smtClean="0"/>
              <a:t>HTML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" indent="0">
              <a:buNone/>
            </a:pPr>
            <a:r>
              <a:rPr lang="en-US" sz="2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&lt;!– </a:t>
            </a:r>
            <a:r>
              <a:rPr lang="ru-RU" sz="2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закомментированный код</a:t>
            </a:r>
            <a:r>
              <a:rPr lang="en-US" sz="2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--&gt;</a:t>
            </a:r>
            <a:endParaRPr lang="ru-RU" sz="2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CCFDB-3502-4D4F-8245-6EC769DBA97F}" type="slidenum">
              <a:rPr lang="ru-RU" smtClean="0"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418617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Браузер – основной инструмент</a:t>
            </a:r>
            <a:endParaRPr lang="ru-RU" b="1" dirty="0"/>
          </a:p>
        </p:txBody>
      </p:sp>
      <p:pic>
        <p:nvPicPr>
          <p:cNvPr id="5" name="Объект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51393" y="2057400"/>
            <a:ext cx="7455876" cy="4038600"/>
          </a:xfrm>
          <a:prstGeom prst="rect">
            <a:avLst/>
          </a:prstGeom>
        </p:spPr>
      </p:pic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CCFDB-3502-4D4F-8245-6EC769DBA97F}" type="slidenum">
              <a:rPr lang="ru-RU" smtClean="0"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997027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 smtClean="0"/>
              <a:t>Каскадные таблицы стилей</a:t>
            </a:r>
            <a:endParaRPr lang="ru-RU" dirty="0"/>
          </a:p>
        </p:txBody>
      </p:sp>
      <p:sp>
        <p:nvSpPr>
          <p:cNvPr id="5" name="Подзаголовок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CCFDB-3502-4D4F-8245-6EC769DBA97F}" type="slidenum">
              <a:rPr lang="ru-RU" smtClean="0"/>
              <a:t>17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338489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CSS</a:t>
            </a:r>
            <a:endParaRPr lang="ru-RU" b="1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sz="3200" dirty="0"/>
              <a:t>Cascading Style Sheets</a:t>
            </a:r>
            <a:r>
              <a:rPr lang="ru-RU" sz="3200" dirty="0"/>
              <a:t> (Таблицы Каскадных Стилей) – это язык, содержащий набор свойств для описания внешнего вида любых HTML документов.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CCFDB-3502-4D4F-8245-6EC769DBA97F}" type="slidenum">
              <a:rPr lang="ru-RU" smtClean="0"/>
              <a:t>18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340983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Стилевые правила</a:t>
            </a:r>
            <a:r>
              <a:rPr lang="en-US" b="1" dirty="0" smtClean="0"/>
              <a:t> </a:t>
            </a:r>
            <a:r>
              <a:rPr lang="ru-RU" b="1" dirty="0" smtClean="0"/>
              <a:t>через атрибут </a:t>
            </a:r>
            <a:r>
              <a:rPr lang="en-US" b="1" dirty="0" smtClean="0"/>
              <a:t>style</a:t>
            </a:r>
            <a:endParaRPr lang="ru-RU" b="1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1143001" y="1947927"/>
            <a:ext cx="10563130" cy="339361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ru-RU" sz="2400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Вместо:</a:t>
            </a:r>
            <a:endParaRPr lang="en-US" sz="2400" dirty="0" smtClean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None/>
            </a:pP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img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src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=‘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img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/avatar.jpg’ width=‘200’ height=‘300’&gt;</a:t>
            </a:r>
            <a:endParaRPr lang="ru-RU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None/>
            </a:pPr>
            <a:r>
              <a:rPr lang="ru-RU" sz="2400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Это:</a:t>
            </a:r>
            <a:endParaRPr lang="en-US" sz="2400" dirty="0" smtClean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None/>
            </a:pPr>
            <a:r>
              <a:rPr lang="ru-RU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sz="24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img</a:t>
            </a:r>
            <a:r>
              <a:rPr lang="ru-RU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4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style</a:t>
            </a:r>
            <a:r>
              <a:rPr lang="ru-RU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‘</a:t>
            </a:r>
            <a:r>
              <a:rPr lang="ru-RU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width:3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00</a:t>
            </a:r>
            <a:r>
              <a:rPr lang="ru-RU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height</a:t>
            </a:r>
            <a:r>
              <a:rPr lang="ru-RU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200’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src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=‘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img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/avatar.jpg’&gt; </a:t>
            </a:r>
            <a:endParaRPr lang="ru-RU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None/>
            </a:pPr>
            <a:endParaRPr lang="ru-RU" sz="24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None/>
            </a:pPr>
            <a:endParaRPr lang="ru-RU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&lt;p style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=‘</a:t>
            </a:r>
            <a:r>
              <a:rPr lang="en-US" sz="24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text-align:center;color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:#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fff;font-size:14’&gt;&lt;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p&gt;</a:t>
            </a:r>
            <a:endParaRPr lang="ru-RU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CCFDB-3502-4D4F-8245-6EC769DBA97F}" type="slidenum">
              <a:rPr lang="ru-RU" smtClean="0"/>
              <a:t>19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15974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Структура </a:t>
            </a:r>
            <a:r>
              <a:rPr lang="en-US" b="1" dirty="0"/>
              <a:t>CSS</a:t>
            </a:r>
            <a:r>
              <a:rPr lang="ru-RU" b="1" dirty="0"/>
              <a:t>-стиля (правила)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3542" y="2377298"/>
            <a:ext cx="8952516" cy="3235849"/>
          </a:xfrm>
          <a:prstGeom prst="rect">
            <a:avLst/>
          </a:prstGeom>
        </p:spPr>
      </p:pic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CCFDB-3502-4D4F-8245-6EC769DBA97F}" type="slidenum">
              <a:rPr lang="ru-RU" smtClean="0"/>
              <a:t>20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292033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Внутренние таблицы стилей</a:t>
            </a:r>
            <a:endParaRPr lang="ru-RU" b="1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1143000" y="1883120"/>
            <a:ext cx="10336793" cy="4498207"/>
          </a:xfrm>
        </p:spPr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&lt;style type="text/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css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"&gt;</a:t>
            </a:r>
            <a:endParaRPr lang="ru-RU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&lt;!--</a:t>
            </a:r>
            <a:endParaRPr lang="ru-RU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p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endParaRPr lang="ru-RU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color: red;</a:t>
            </a:r>
            <a:endParaRPr lang="ru-RU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ru-RU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None/>
            </a:pP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h1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endParaRPr lang="ru-RU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font-family</a:t>
            </a:r>
            <a:r>
              <a:rPr lang="ru-RU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Georgia, 'Times New Roman', Times, serif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font-size: 20px;</a:t>
            </a:r>
            <a:endParaRPr lang="ru-RU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None/>
            </a:pPr>
            <a:r>
              <a:rPr lang="ru-RU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>
              <a:buNone/>
            </a:pPr>
            <a:r>
              <a:rPr lang="ru-RU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--&gt;</a:t>
            </a:r>
          </a:p>
          <a:p>
            <a:pPr>
              <a:buNone/>
            </a:pPr>
            <a:r>
              <a:rPr lang="ru-RU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&lt;/</a:t>
            </a:r>
            <a:r>
              <a:rPr lang="ru-RU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style</a:t>
            </a:r>
            <a:r>
              <a:rPr lang="ru-RU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>
              <a:buNone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CCFDB-3502-4D4F-8245-6EC769DBA97F}" type="slidenum">
              <a:rPr lang="ru-RU" smtClean="0"/>
              <a:t>21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246446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60079" y="260648"/>
            <a:ext cx="9350721" cy="1066800"/>
          </a:xfrm>
        </p:spPr>
        <p:txBody>
          <a:bodyPr/>
          <a:lstStyle/>
          <a:p>
            <a:r>
              <a:rPr lang="ru-RU" b="1" dirty="0" smtClean="0"/>
              <a:t>Внешние таблицы стилей</a:t>
            </a:r>
            <a:endParaRPr lang="ru-RU" b="1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1122630" y="1500174"/>
            <a:ext cx="9088170" cy="507436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body {</a:t>
            </a:r>
            <a:endParaRPr lang="ru-RU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None/>
            </a:pP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color: #545C66;</a:t>
            </a:r>
            <a:endParaRPr lang="ru-RU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None/>
            </a:pP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background-color: #</a:t>
            </a:r>
            <a:r>
              <a:rPr lang="en-US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cccccc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ru-RU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None/>
            </a:pP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ru-RU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None/>
            </a:pPr>
            <a:endParaRPr lang="ru-RU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None/>
            </a:pP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h1 {</a:t>
            </a:r>
            <a:endParaRPr lang="ru-RU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None/>
            </a:pP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font-size: 1.5em;</a:t>
            </a:r>
            <a:endParaRPr lang="ru-RU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None/>
            </a:pP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font-weight: normal;</a:t>
            </a:r>
            <a:endParaRPr lang="ru-RU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None/>
            </a:pPr>
            <a:r>
              <a:rPr lang="ru-RU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ru-RU" dirty="0" smtClean="0"/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CCFDB-3502-4D4F-8245-6EC769DBA97F}" type="slidenum">
              <a:rPr lang="ru-RU" smtClean="0"/>
              <a:t>22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674712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Подключение таблицы стилей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143000" y="2057400"/>
            <a:ext cx="10373008" cy="4038600"/>
          </a:xfrm>
        </p:spPr>
        <p:txBody>
          <a:bodyPr/>
          <a:lstStyle/>
          <a:p>
            <a:pPr marL="45720" indent="0">
              <a:buNone/>
            </a:pPr>
            <a:r>
              <a:rPr lang="ru-RU" altLang="ru-RU" sz="2800" dirty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ru-RU" altLang="ru-RU" sz="2800" dirty="0" err="1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link</a:t>
            </a:r>
            <a:r>
              <a:rPr lang="ru-RU" altLang="ru-RU" sz="2800" dirty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altLang="ru-RU" sz="2800" dirty="0" err="1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href</a:t>
            </a:r>
            <a:r>
              <a:rPr lang="ru-RU" altLang="ru-RU" sz="2800" dirty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="</a:t>
            </a:r>
            <a:r>
              <a:rPr lang="ru-RU" altLang="ru-RU" sz="2800" dirty="0" err="1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адрес_файла_стилей</a:t>
            </a:r>
            <a:r>
              <a:rPr lang="ru-RU" altLang="ru-RU" sz="2800" dirty="0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 </a:t>
            </a:r>
            <a:r>
              <a:rPr lang="ru-RU" altLang="ru-RU" sz="2800" dirty="0" err="1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rel</a:t>
            </a:r>
            <a:r>
              <a:rPr lang="ru-RU" altLang="ru-RU" sz="2800" dirty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="</a:t>
            </a:r>
            <a:r>
              <a:rPr lang="ru-RU" altLang="ru-RU" sz="2800" dirty="0" err="1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stylesheet</a:t>
            </a:r>
            <a:r>
              <a:rPr lang="ru-RU" altLang="ru-RU" sz="2800" dirty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"&gt;</a:t>
            </a:r>
            <a:r>
              <a:rPr lang="ru-RU" altLang="ru-R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marL="45720" indent="0">
              <a:buNone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CCFDB-3502-4D4F-8245-6EC769DBA97F}" type="slidenum">
              <a:rPr lang="ru-RU" smtClean="0"/>
              <a:t>23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777610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Структура проекта</a:t>
            </a:r>
            <a:endParaRPr lang="ru-RU" b="1" dirty="0"/>
          </a:p>
        </p:txBody>
      </p:sp>
      <p:graphicFrame>
        <p:nvGraphicFramePr>
          <p:cNvPr id="4" name="Объект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32972003"/>
              </p:ext>
            </p:extLst>
          </p:nvPr>
        </p:nvGraphicFramePr>
        <p:xfrm>
          <a:off x="1143000" y="1711105"/>
          <a:ext cx="10255313" cy="438489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8" name="Полилиния 7"/>
          <p:cNvSpPr/>
          <p:nvPr/>
        </p:nvSpPr>
        <p:spPr>
          <a:xfrm>
            <a:off x="2850354" y="3472382"/>
            <a:ext cx="5986026" cy="675044"/>
          </a:xfrm>
          <a:custGeom>
            <a:avLst/>
            <a:gdLst>
              <a:gd name="connsiteX0" fmla="*/ 5487888 w 5986026"/>
              <a:gd name="connsiteY0" fmla="*/ 85630 h 675044"/>
              <a:gd name="connsiteX1" fmla="*/ 264038 w 5986026"/>
              <a:gd name="connsiteY1" fmla="*/ 49416 h 675044"/>
              <a:gd name="connsiteX2" fmla="*/ 1241812 w 5986026"/>
              <a:gd name="connsiteY2" fmla="*/ 655998 h 675044"/>
              <a:gd name="connsiteX3" fmla="*/ 5288711 w 5986026"/>
              <a:gd name="connsiteY3" fmla="*/ 483982 h 675044"/>
              <a:gd name="connsiteX4" fmla="*/ 5487888 w 5986026"/>
              <a:gd name="connsiteY4" fmla="*/ 85630 h 6750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986026" h="675044">
                <a:moveTo>
                  <a:pt x="5487888" y="85630"/>
                </a:moveTo>
                <a:cubicBezTo>
                  <a:pt x="4650442" y="13202"/>
                  <a:pt x="971717" y="-45645"/>
                  <a:pt x="264038" y="49416"/>
                </a:cubicBezTo>
                <a:cubicBezTo>
                  <a:pt x="-443641" y="144477"/>
                  <a:pt x="404366" y="583570"/>
                  <a:pt x="1241812" y="655998"/>
                </a:cubicBezTo>
                <a:cubicBezTo>
                  <a:pt x="2079257" y="728426"/>
                  <a:pt x="4574996" y="577535"/>
                  <a:pt x="5288711" y="483982"/>
                </a:cubicBezTo>
                <a:cubicBezTo>
                  <a:pt x="6002426" y="390430"/>
                  <a:pt x="6325334" y="158058"/>
                  <a:pt x="5487888" y="85630"/>
                </a:cubicBezTo>
                <a:close/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CCFDB-3502-4D4F-8245-6EC769DBA97F}" type="slidenum">
              <a:rPr lang="ru-RU" smtClean="0"/>
              <a:t>24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320280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Комментарии в </a:t>
            </a:r>
            <a:r>
              <a:rPr lang="en-US" b="1" dirty="0" smtClean="0"/>
              <a:t>CSS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" indent="0">
              <a:buNone/>
            </a:pP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/*   </a:t>
            </a:r>
            <a:r>
              <a:rPr lang="ru-RU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закомментированный код */</a:t>
            </a:r>
            <a:endParaRPr lang="ru-RU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CCFDB-3502-4D4F-8245-6EC769DBA97F}" type="slidenum">
              <a:rPr lang="ru-RU" smtClean="0"/>
              <a:t>25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843694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Базис">
  <a:themeElements>
    <a:clrScheme name="Базис">
      <a:dk1>
        <a:srgbClr val="000000"/>
      </a:dk1>
      <a:lt1>
        <a:srgbClr val="FFFFFF"/>
      </a:lt1>
      <a:dk2>
        <a:srgbClr val="565349"/>
      </a:dk2>
      <a:lt2>
        <a:srgbClr val="DDDDDD"/>
      </a:lt2>
      <a:accent1>
        <a:srgbClr val="A6B727"/>
      </a:accent1>
      <a:accent2>
        <a:srgbClr val="DF5327"/>
      </a:accent2>
      <a:accent3>
        <a:srgbClr val="FE9E00"/>
      </a:accent3>
      <a:accent4>
        <a:srgbClr val="418AB3"/>
      </a:accent4>
      <a:accent5>
        <a:srgbClr val="D7D447"/>
      </a:accent5>
      <a:accent6>
        <a:srgbClr val="818183"/>
      </a:accent6>
      <a:hlink>
        <a:srgbClr val="F59E00"/>
      </a:hlink>
      <a:folHlink>
        <a:srgbClr val="B2B2B2"/>
      </a:folHlink>
    </a:clrScheme>
    <a:fontScheme name="Базис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Базис">
      <a:fillStyleLst>
        <a:solidFill>
          <a:schemeClr val="phClr"/>
        </a:solidFill>
        <a:solidFill>
          <a:schemeClr val="phClr">
            <a:tint val="55000"/>
            <a:satMod val="130000"/>
          </a:schemeClr>
        </a:solidFill>
        <a:gradFill rotWithShape="1">
          <a:gsLst>
            <a:gs pos="0">
              <a:schemeClr val="phClr"/>
            </a:gs>
            <a:gs pos="90000">
              <a:schemeClr val="phClr">
                <a:shade val="100000"/>
                <a:satMod val="105000"/>
              </a:schemeClr>
            </a:gs>
            <a:gs pos="100000">
              <a:schemeClr val="phClr">
                <a:shade val="80000"/>
                <a:satMod val="12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53975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"/>
          </a:scene3d>
          <a:sp3d extrusionH="12700" contourW="25400" prstMaterial="flat">
            <a:bevelT w="63500" h="152400" prst="angle"/>
            <a:contourClr>
              <a:schemeClr val="phClr">
                <a:shade val="27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95000"/>
            <a:satMod val="140000"/>
          </a:schemeClr>
        </a:solidFill>
        <a:solidFill>
          <a:schemeClr val="phClr">
            <a:tint val="90000"/>
            <a:shade val="85000"/>
            <a:satMod val="160000"/>
            <a:lumMod val="11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sis" id="{5665723A-49BA-4B57-8411-A56F8F207965}" vid="{ACC63D00-1EE0-4159-BF5A-6FF02000B710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TM03457444[[fn=Базис]]</Template>
  <TotalTime>2313</TotalTime>
  <Words>640</Words>
  <Application>Microsoft Office PowerPoint</Application>
  <PresentationFormat>Широкоэкранный</PresentationFormat>
  <Paragraphs>241</Paragraphs>
  <Slides>25</Slides>
  <Notes>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25</vt:i4>
      </vt:variant>
    </vt:vector>
  </HeadingPairs>
  <TitlesOfParts>
    <vt:vector size="30" baseType="lpstr">
      <vt:lpstr>Calibri</vt:lpstr>
      <vt:lpstr>Corbel</vt:lpstr>
      <vt:lpstr>Courier New</vt:lpstr>
      <vt:lpstr>Times New Roman</vt:lpstr>
      <vt:lpstr>Базис</vt:lpstr>
      <vt:lpstr>Верстка сайтов</vt:lpstr>
      <vt:lpstr>Верстка сайта</vt:lpstr>
      <vt:lpstr>Основы HTML</vt:lpstr>
      <vt:lpstr>Структура проекта</vt:lpstr>
      <vt:lpstr>Структура html-документа</vt:lpstr>
      <vt:lpstr>Тег</vt:lpstr>
      <vt:lpstr>Контейнер</vt:lpstr>
      <vt:lpstr>Контейнер</vt:lpstr>
      <vt:lpstr>Презентация PowerPoint</vt:lpstr>
      <vt:lpstr>Структура html-документа</vt:lpstr>
      <vt:lpstr>Вложенные теги</vt:lpstr>
      <vt:lpstr>Атрибуты тегов</vt:lpstr>
      <vt:lpstr>Специальные символы CER  (Character Entity Reference)</vt:lpstr>
      <vt:lpstr>Группы тегов</vt:lpstr>
      <vt:lpstr>Комментарии в HTML</vt:lpstr>
      <vt:lpstr>Браузер – основной инструмент</vt:lpstr>
      <vt:lpstr>Каскадные таблицы стилей</vt:lpstr>
      <vt:lpstr>CSS</vt:lpstr>
      <vt:lpstr>Стилевые правила через атрибут style</vt:lpstr>
      <vt:lpstr>Структура CSS-стиля (правила)</vt:lpstr>
      <vt:lpstr>Внутренние таблицы стилей</vt:lpstr>
      <vt:lpstr>Внешние таблицы стилей</vt:lpstr>
      <vt:lpstr>Подключение таблицы стилей</vt:lpstr>
      <vt:lpstr>Структура проекта</vt:lpstr>
      <vt:lpstr>Комментарии в CSS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Верстка сайтов</dc:title>
  <dc:creator>Yulya</dc:creator>
  <cp:lastModifiedBy>julia</cp:lastModifiedBy>
  <cp:revision>50</cp:revision>
  <cp:lastPrinted>2020-09-03T05:48:48Z</cp:lastPrinted>
  <dcterms:created xsi:type="dcterms:W3CDTF">2020-05-25T14:03:24Z</dcterms:created>
  <dcterms:modified xsi:type="dcterms:W3CDTF">2025-08-25T16:22:16Z</dcterms:modified>
</cp:coreProperties>
</file>